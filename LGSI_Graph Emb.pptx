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theme/theme3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5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6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7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8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9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10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11.xml" ContentType="application/vnd.openxmlformats-officedocument.theme+xml"/>
  <Override PartName="/ppt/slideLayouts/slideLayout54.xml" ContentType="application/vnd.openxmlformats-officedocument.presentationml.slideLayout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49" r:id="rId1"/>
    <p:sldMasterId id="2147483652" r:id="rId2"/>
    <p:sldMasterId id="2147483656" r:id="rId3"/>
    <p:sldMasterId id="2147483661" r:id="rId4"/>
    <p:sldMasterId id="2147483664" r:id="rId5"/>
    <p:sldMasterId id="2147483672" r:id="rId6"/>
    <p:sldMasterId id="2147483680" r:id="rId7"/>
    <p:sldMasterId id="2147483689" r:id="rId8"/>
    <p:sldMasterId id="2147483697" r:id="rId9"/>
    <p:sldMasterId id="2147483705" r:id="rId10"/>
    <p:sldMasterId id="2147483713" r:id="rId11"/>
    <p:sldMasterId id="2147483721" r:id="rId12"/>
  </p:sldMasterIdLst>
  <p:notesMasterIdLst>
    <p:notesMasterId r:id="rId14"/>
  </p:notesMasterIdLst>
  <p:handoutMasterIdLst>
    <p:handoutMasterId r:id="rId15"/>
  </p:handoutMasterIdLst>
  <p:sldIdLst>
    <p:sldId id="778" r:id="rId13"/>
  </p:sldIdLst>
  <p:sldSz cx="12187238" cy="6858000"/>
  <p:notesSz cx="6807200" cy="99393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A8C8670-CB37-49AD-9457-C0B7B958365A}">
          <p14:sldIdLst>
            <p14:sldId id="778"/>
          </p14:sldIdLst>
        </p14:section>
        <p14:section name="Untitled Section" id="{64317894-3A80-4742-B8E2-8618023EE415}">
          <p14:sldIdLst/>
        </p14:section>
      </p14:sectionLst>
    </p:ext>
    <p:ext uri="{EFAFB233-063F-42B5-8137-9DF3F51BA10A}">
      <p15:sldGuideLst xmlns="" xmlns:p15="http://schemas.microsoft.com/office/powerpoint/2012/main">
        <p15:guide id="1" orient="horz" pos="482">
          <p15:clr>
            <a:srgbClr val="A4A3A4"/>
          </p15:clr>
        </p15:guide>
        <p15:guide id="2" pos="3120">
          <p15:clr>
            <a:srgbClr val="A4A3A4"/>
          </p15:clr>
        </p15:guide>
        <p15:guide id="3" pos="6068">
          <p15:clr>
            <a:srgbClr val="A4A3A4"/>
          </p15:clr>
        </p15:guide>
        <p15:guide id="4" pos="172">
          <p15:clr>
            <a:srgbClr val="A4A3A4"/>
          </p15:clr>
        </p15:guide>
        <p15:guide id="5" pos="3392">
          <p15:clr>
            <a:srgbClr val="A4A3A4"/>
          </p15:clr>
        </p15:guide>
        <p15:guide id="6" pos="761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3130">
          <p15:clr>
            <a:srgbClr val="A4A3A4"/>
          </p15:clr>
        </p15:guide>
        <p15:guide id="2" pos="214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CFF"/>
    <a:srgbClr val="EBDCC7"/>
    <a:srgbClr val="BCEAD2"/>
    <a:srgbClr val="C5E1D8"/>
    <a:srgbClr val="CBEBD3"/>
    <a:srgbClr val="BCE6C7"/>
    <a:srgbClr val="CCFFFF"/>
    <a:srgbClr val="0000CC"/>
    <a:srgbClr val="FF9933"/>
    <a:srgbClr val="99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02" autoAdjust="0"/>
    <p:restoredTop sz="99880" autoAdjust="0"/>
  </p:normalViewPr>
  <p:slideViewPr>
    <p:cSldViewPr snapToObjects="1">
      <p:cViewPr>
        <p:scale>
          <a:sx n="87" d="100"/>
          <a:sy n="87" d="100"/>
        </p:scale>
        <p:origin x="-240" y="510"/>
      </p:cViewPr>
      <p:guideLst>
        <p:guide orient="horz" pos="527"/>
        <p:guide orient="horz" pos="2205"/>
        <p:guide orient="horz" pos="845"/>
        <p:guide pos="3894"/>
        <p:guide pos="658"/>
        <p:guide pos="7075"/>
        <p:guide pos="4173"/>
        <p:guide pos="757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>
      <p:cViewPr varScale="1">
        <p:scale>
          <a:sx n="51" d="100"/>
          <a:sy n="51" d="100"/>
        </p:scale>
        <p:origin x="-3006" y="-108"/>
      </p:cViewPr>
      <p:guideLst>
        <p:guide orient="horz" pos="3130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1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5" Type="http://schemas.openxmlformats.org/officeDocument/2006/relationships/slideMaster" Target="slideMasters/slideMaster5.xml"/><Relationship Id="rId15" Type="http://schemas.openxmlformats.org/officeDocument/2006/relationships/handoutMaster" Target="handoutMasters/handoutMaster1.xml"/><Relationship Id="rId10" Type="http://schemas.openxmlformats.org/officeDocument/2006/relationships/slideMaster" Target="slideMasters/slideMaster10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1CDBF833-A140-47A2-955D-FD9F57D7EC4F}" type="datetimeFigureOut">
              <a:rPr lang="ko-KR" altLang="en-US"/>
              <a:pPr>
                <a:defRPr/>
              </a:pPr>
              <a:t>2021-08-29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472E091-32B3-4A96-A0AE-E630533BD309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9174391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9575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6038" y="0"/>
            <a:ext cx="2949575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09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663" y="746125"/>
            <a:ext cx="6619875" cy="37258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31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038" y="4721225"/>
            <a:ext cx="5445125" cy="4471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931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0863"/>
            <a:ext cx="2949575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31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6038" y="9440863"/>
            <a:ext cx="2949575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2A3D78B3-A0DA-4D72-A1CE-0289CB07F927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5293646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7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7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7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8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8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8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9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9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9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0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0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0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5830426" y="6597352"/>
            <a:ext cx="51809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latinLnBrk="0"/>
            <a:fld id="{8171B046-603E-4880-BBAF-E9E2E9F8FCD8}" type="slidenum">
              <a:rPr lang="en-US" altLang="ko-KR" sz="1100" smtClean="0">
                <a:latin typeface="Arial Narrow" pitchFamily="34" charset="0"/>
              </a:rPr>
              <a:pPr algn="ctr" latinLnBrk="0"/>
              <a:t>‹#›</a:t>
            </a:fld>
            <a:r>
              <a:rPr lang="en-US" altLang="ko-KR" sz="1100" dirty="0" smtClean="0">
                <a:latin typeface="Arial Narrow" pitchFamily="34" charset="0"/>
              </a:rPr>
              <a:t>/ 15</a:t>
            </a:r>
            <a:endParaRPr lang="ko-KR" altLang="en-US" sz="1100" dirty="0">
              <a:latin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00746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14"/>
          <p:cNvSpPr>
            <a:spLocks noChangeShapeType="1"/>
          </p:cNvSpPr>
          <p:nvPr/>
        </p:nvSpPr>
        <p:spPr bwMode="auto">
          <a:xfrm>
            <a:off x="0" y="476250"/>
            <a:ext cx="121872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400">
              <a:solidFill>
                <a:srgbClr val="000000"/>
              </a:solidFill>
              <a:latin typeface="Arial" charset="0"/>
              <a:ea typeface="돋움" pitchFamily="50" charset="-127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kumimoji="1" lang="en-US" sz="2000" b="1" kern="1200" dirty="0">
                <a:solidFill>
                  <a:prstClr val="black"/>
                </a:solidFill>
                <a:latin typeface="LG스마트체 Regular" panose="020B0600000101010101" pitchFamily="34" charset="-127"/>
                <a:ea typeface="LG스마트체 Regular" panose="020B0600000101010101" pitchFamily="34" charset="-127"/>
                <a:cs typeface="+mn-cs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4232332" y="6628663"/>
            <a:ext cx="3722576" cy="231782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21FA0FE-D8CE-4C7F-BB69-54F63ED54255}" type="slidenum">
              <a:rPr lang="ru-RU" alt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r>
              <a:rPr lang="en-US" altLang="ko-KR" dirty="0" smtClean="0">
                <a:solidFill>
                  <a:srgbClr val="000000"/>
                </a:solidFill>
              </a:rPr>
              <a:t>/13</a:t>
            </a:r>
            <a:endParaRPr lang="ru-RU" altLang="en-US" dirty="0">
              <a:solidFill>
                <a:srgbClr val="000000"/>
              </a:solidFill>
            </a:endParaRPr>
          </a:p>
        </p:txBody>
      </p:sp>
      <p:pic>
        <p:nvPicPr>
          <p:cNvPr id="7" name="Picture 2" descr="D:\Vision task_20180502이후\디자인_0503\영문\영문\세로형_E_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3199" y="6422988"/>
            <a:ext cx="1195840" cy="390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21486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mon Report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619108" y="1196754"/>
            <a:ext cx="8949026" cy="1079723"/>
          </a:xfrm>
          <a:noFill/>
          <a:ln w="9525">
            <a:noFill/>
            <a:miter lim="800000"/>
            <a:headEnd/>
            <a:tailEnd/>
          </a:ln>
          <a:extLst/>
        </p:spPr>
        <p:txBody>
          <a:bodyPr wrap="none" lIns="91405" tIns="45703" rIns="91405" bIns="45703"/>
          <a:lstStyle>
            <a:lvl1pPr algn="ctr">
              <a:defRPr lang="en-US" sz="3000" kern="1200" noProof="0" smtClean="0">
                <a:solidFill>
                  <a:schemeClr val="tx1"/>
                </a:solidFill>
                <a:latin typeface="Arial Narrow" panose="020B0606020202030204" pitchFamily="34" charset="0"/>
                <a:ea typeface="돋움" pitchFamily="50" charset="-127"/>
                <a:cs typeface="+mn-cs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 dirty="0" smtClean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001259" y="5300676"/>
            <a:ext cx="184731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lang="en-US" altLang="en-US" sz="1500" b="1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defRPr>
            </a:lvl1pPr>
          </a:lstStyle>
          <a:p>
            <a:pPr marL="230188" indent="-230188" algn="ctr">
              <a:buFont typeface="Wingdings" pitchFamily="2" charset="2"/>
              <a:buNone/>
            </a:pPr>
            <a:endParaRPr dirty="0"/>
          </a:p>
        </p:txBody>
      </p:sp>
      <p:pic>
        <p:nvPicPr>
          <p:cNvPr id="8" name="Picture 15" descr="C:\Users\Administrator\Desktop\BCG\BCG 3.0\로고\LG_CI_3D_RGB_Standard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3212" y="5913438"/>
            <a:ext cx="1281222" cy="73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 descr="D:\Vision task_20180502이후\디자인_0503\영문\영문\세로형_E_1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1640" y="199565"/>
            <a:ext cx="1731754" cy="565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Line 7"/>
          <p:cNvSpPr>
            <a:spLocks noChangeShapeType="1"/>
          </p:cNvSpPr>
          <p:nvPr/>
        </p:nvSpPr>
        <p:spPr bwMode="auto">
          <a:xfrm>
            <a:off x="1917155" y="1996397"/>
            <a:ext cx="835292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>
              <a:solidFill>
                <a:prstClr val="black"/>
              </a:solidFill>
              <a:latin typeface="Arial" charset="0"/>
              <a:ea typeface="돋움" pitchFamily="50" charset="-127"/>
            </a:endParaRP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5472713" y="5661248"/>
            <a:ext cx="123783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30188" indent="-230188" eaLnBrk="0" hangingPunct="0"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9pPr>
          </a:lstStyle>
          <a:p>
            <a:pPr algn="ctr" eaLnBrk="1" hangingPunct="1">
              <a:buFont typeface="Wingdings" pitchFamily="2" charset="2"/>
              <a:buNone/>
            </a:pPr>
            <a:r>
              <a:rPr lang="en-US" altLang="ko-KR" sz="160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India SW Lab</a:t>
            </a:r>
            <a:endParaRPr lang="ko-KR" altLang="en-US" sz="160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1797696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="" xmlns:p15="http://schemas.microsoft.com/office/powerpoint/2012/main">
        <p15:guide id="1" orient="horz" pos="1979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14"/>
          <p:cNvSpPr>
            <a:spLocks noChangeShapeType="1"/>
          </p:cNvSpPr>
          <p:nvPr/>
        </p:nvSpPr>
        <p:spPr bwMode="auto">
          <a:xfrm>
            <a:off x="0" y="476250"/>
            <a:ext cx="121872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400">
              <a:solidFill>
                <a:srgbClr val="000000"/>
              </a:solidFill>
              <a:latin typeface="Arial" charset="0"/>
              <a:ea typeface="돋움" pitchFamily="50" charset="-127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kumimoji="1" lang="en-US" sz="2000" b="1" kern="1200" dirty="0">
                <a:solidFill>
                  <a:prstClr val="black"/>
                </a:solidFill>
                <a:latin typeface="LG스마트체 Regular" panose="020B0600000101010101" pitchFamily="34" charset="-127"/>
                <a:ea typeface="LG스마트체 Regular" panose="020B0600000101010101" pitchFamily="34" charset="-127"/>
                <a:cs typeface="+mn-cs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BD01D8C-8B30-4FD0-92F2-12530C7D0D51}" type="slidenum">
              <a:rPr lang="ru-RU" alt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r>
              <a:rPr lang="en-US" altLang="ko-KR" dirty="0" smtClean="0">
                <a:solidFill>
                  <a:srgbClr val="000000"/>
                </a:solidFill>
              </a:rPr>
              <a:t>/13</a:t>
            </a:r>
            <a:endParaRPr lang="ru-RU" altLang="en-US" dirty="0">
              <a:solidFill>
                <a:srgbClr val="000000"/>
              </a:solidFill>
            </a:endParaRPr>
          </a:p>
        </p:txBody>
      </p:sp>
      <p:pic>
        <p:nvPicPr>
          <p:cNvPr id="8" name="Picture 2" descr="D:\Vision task_20180502이후\디자인_0503\영문\영문\세로형_E_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3199" y="6422988"/>
            <a:ext cx="1195840" cy="390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73193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14"/>
          <p:cNvSpPr>
            <a:spLocks noChangeShapeType="1"/>
          </p:cNvSpPr>
          <p:nvPr/>
        </p:nvSpPr>
        <p:spPr bwMode="auto">
          <a:xfrm>
            <a:off x="0" y="476250"/>
            <a:ext cx="121872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400">
              <a:solidFill>
                <a:srgbClr val="000000"/>
              </a:solidFill>
              <a:latin typeface="Arial" charset="0"/>
              <a:ea typeface="돋움" pitchFamily="50" charset="-127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kumimoji="1" lang="en-US" sz="2000" b="1" kern="1200" dirty="0">
                <a:solidFill>
                  <a:prstClr val="black"/>
                </a:solidFill>
                <a:latin typeface="LG스마트체 Regular" panose="020B0600000101010101" pitchFamily="34" charset="-127"/>
                <a:ea typeface="LG스마트체 Regular" panose="020B0600000101010101" pitchFamily="34" charset="-127"/>
                <a:cs typeface="+mn-cs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21FA0FE-D8CE-4C7F-BB69-54F63ED54255}" type="slidenum">
              <a:rPr lang="ru-RU" alt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r>
              <a:rPr lang="en-US" altLang="ko-KR" dirty="0" smtClean="0">
                <a:solidFill>
                  <a:srgbClr val="000000"/>
                </a:solidFill>
              </a:rPr>
              <a:t>/13</a:t>
            </a:r>
            <a:endParaRPr lang="ru-RU" altLang="en-US" dirty="0">
              <a:solidFill>
                <a:srgbClr val="000000"/>
              </a:solidFill>
            </a:endParaRPr>
          </a:p>
        </p:txBody>
      </p:sp>
      <p:pic>
        <p:nvPicPr>
          <p:cNvPr id="7" name="Picture 2" descr="D:\Vision task_20180502이후\디자인_0503\영문\영문\세로형_E_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3199" y="6422988"/>
            <a:ext cx="1195840" cy="390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43429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:\Vision task_20180502이후\디자인_0503\영문\영문\세로형_E_1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3199" y="6422988"/>
            <a:ext cx="1195840" cy="390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Line 14"/>
          <p:cNvSpPr>
            <a:spLocks noChangeShapeType="1"/>
          </p:cNvSpPr>
          <p:nvPr userDrawn="1"/>
        </p:nvSpPr>
        <p:spPr bwMode="auto">
          <a:xfrm>
            <a:off x="0" y="534988"/>
            <a:ext cx="121872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latinLnBrk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952272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54332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5830425" y="6597352"/>
            <a:ext cx="51809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latinLnBrk="0"/>
            <a:fld id="{8171B046-603E-4880-BBAF-E9E2E9F8FCD8}" type="slidenum">
              <a:rPr lang="en-US" altLang="ko-KR" sz="1100" smtClean="0">
                <a:solidFill>
                  <a:srgbClr val="000000"/>
                </a:solidFill>
                <a:latin typeface="Arial Narrow" pitchFamily="34" charset="0"/>
                <a:ea typeface="굴림"/>
              </a:rPr>
              <a:pPr algn="ctr" latinLnBrk="0"/>
              <a:t>‹#›</a:t>
            </a:fld>
            <a:r>
              <a:rPr lang="en-US" altLang="ko-KR" sz="1100" dirty="0" smtClean="0">
                <a:solidFill>
                  <a:srgbClr val="000000"/>
                </a:solidFill>
                <a:latin typeface="Arial Narrow" pitchFamily="34" charset="0"/>
                <a:ea typeface="굴림"/>
              </a:rPr>
              <a:t>/ 10</a:t>
            </a:r>
          </a:p>
        </p:txBody>
      </p:sp>
    </p:spTree>
    <p:extLst>
      <p:ext uri="{BB962C8B-B14F-4D97-AF65-F5344CB8AC3E}">
        <p14:creationId xmlns:p14="http://schemas.microsoft.com/office/powerpoint/2010/main" val="32729728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45278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mon Report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619108" y="1196754"/>
            <a:ext cx="8949026" cy="1079723"/>
          </a:xfrm>
          <a:noFill/>
          <a:ln w="9525">
            <a:noFill/>
            <a:miter lim="800000"/>
            <a:headEnd/>
            <a:tailEnd/>
          </a:ln>
          <a:extLst/>
        </p:spPr>
        <p:txBody>
          <a:bodyPr wrap="none" lIns="91405" tIns="45703" rIns="91405" bIns="45703"/>
          <a:lstStyle>
            <a:lvl1pPr algn="ctr">
              <a:defRPr lang="en-US" sz="3000" kern="1200" noProof="0" smtClean="0">
                <a:solidFill>
                  <a:schemeClr val="tx1"/>
                </a:solidFill>
                <a:latin typeface="Arial Narrow" panose="020B0606020202030204" pitchFamily="34" charset="0"/>
                <a:ea typeface="돋움" pitchFamily="50" charset="-127"/>
                <a:cs typeface="+mn-cs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 dirty="0" smtClean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001259" y="5300676"/>
            <a:ext cx="184731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lang="en-US" altLang="en-US" sz="1500" b="1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defRPr>
            </a:lvl1pPr>
          </a:lstStyle>
          <a:p>
            <a:pPr marL="230188" indent="-230188" algn="ctr">
              <a:buFont typeface="Wingdings" pitchFamily="2" charset="2"/>
              <a:buNone/>
            </a:pPr>
            <a:endParaRPr dirty="0"/>
          </a:p>
        </p:txBody>
      </p:sp>
      <p:pic>
        <p:nvPicPr>
          <p:cNvPr id="8" name="Picture 15" descr="C:\Users\Administrator\Desktop\BCG\BCG 3.0\로고\LG_CI_3D_RGB_Standard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3212" y="5913438"/>
            <a:ext cx="1281222" cy="73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 descr="D:\Vision task_20180502이후\디자인_0503\영문\영문\세로형_E_1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1640" y="199565"/>
            <a:ext cx="1731754" cy="565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Line 7"/>
          <p:cNvSpPr>
            <a:spLocks noChangeShapeType="1"/>
          </p:cNvSpPr>
          <p:nvPr/>
        </p:nvSpPr>
        <p:spPr bwMode="auto">
          <a:xfrm>
            <a:off x="1657827" y="1996397"/>
            <a:ext cx="88675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>
              <a:solidFill>
                <a:prstClr val="black"/>
              </a:solidFill>
              <a:latin typeface="Arial" charset="0"/>
              <a:ea typeface="돋움" pitchFamily="50" charset="-127"/>
            </a:endParaRP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5262714" y="5661248"/>
            <a:ext cx="16578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30188" indent="-230188" eaLnBrk="0" hangingPunct="0"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9pPr>
          </a:lstStyle>
          <a:p>
            <a:pPr algn="ctr" eaLnBrk="1" hangingPunct="1">
              <a:buFont typeface="Wingdings" pitchFamily="2" charset="2"/>
              <a:buNone/>
            </a:pPr>
            <a:r>
              <a:rPr lang="en-US" altLang="ko-KR" sz="160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LG – India SW Lab</a:t>
            </a:r>
            <a:endParaRPr lang="ko-KR" altLang="en-US" sz="160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61168106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="" xmlns:p15="http://schemas.microsoft.com/office/powerpoint/2012/main">
        <p15:guide id="1" orient="horz" pos="1979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14"/>
          <p:cNvSpPr>
            <a:spLocks noChangeShapeType="1"/>
          </p:cNvSpPr>
          <p:nvPr/>
        </p:nvSpPr>
        <p:spPr bwMode="auto">
          <a:xfrm>
            <a:off x="0" y="476250"/>
            <a:ext cx="121872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400">
              <a:solidFill>
                <a:srgbClr val="000000"/>
              </a:solidFill>
              <a:latin typeface="Arial" charset="0"/>
              <a:ea typeface="돋움" pitchFamily="50" charset="-127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kumimoji="1" lang="en-US" sz="2000" b="1" kern="1200" dirty="0">
                <a:solidFill>
                  <a:prstClr val="black"/>
                </a:solidFill>
                <a:latin typeface="LG스마트체 Regular" panose="020B0600000101010101" pitchFamily="34" charset="-127"/>
                <a:ea typeface="LG스마트체 Regular" panose="020B0600000101010101" pitchFamily="34" charset="-127"/>
                <a:cs typeface="+mn-cs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BD01D8C-8B30-4FD0-92F2-12530C7D0D51}" type="slidenum">
              <a:rPr lang="ru-RU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r>
              <a:rPr lang="en-US" altLang="ko-KR" dirty="0">
                <a:solidFill>
                  <a:srgbClr val="000000"/>
                </a:solidFill>
              </a:rPr>
              <a:t>/13</a:t>
            </a:r>
            <a:endParaRPr lang="ru-RU" altLang="en-US" dirty="0">
              <a:solidFill>
                <a:srgbClr val="000000"/>
              </a:solidFill>
            </a:endParaRPr>
          </a:p>
        </p:txBody>
      </p:sp>
      <p:pic>
        <p:nvPicPr>
          <p:cNvPr id="8" name="Picture 2" descr="D:\Vision task_20180502이후\디자인_0503\영문\영문\세로형_E_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3199" y="6422988"/>
            <a:ext cx="1195840" cy="390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92292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14"/>
          <p:cNvSpPr>
            <a:spLocks noChangeShapeType="1"/>
          </p:cNvSpPr>
          <p:nvPr/>
        </p:nvSpPr>
        <p:spPr bwMode="auto">
          <a:xfrm>
            <a:off x="0" y="476250"/>
            <a:ext cx="121872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400">
              <a:solidFill>
                <a:srgbClr val="000000"/>
              </a:solidFill>
              <a:latin typeface="Arial" charset="0"/>
              <a:ea typeface="돋움" pitchFamily="50" charset="-127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kumimoji="1" lang="en-US" sz="2000" b="1" kern="1200" dirty="0">
                <a:solidFill>
                  <a:prstClr val="black"/>
                </a:solidFill>
                <a:latin typeface="LG스마트체 Regular" panose="020B0600000101010101" pitchFamily="34" charset="-127"/>
                <a:ea typeface="LG스마트체 Regular" panose="020B0600000101010101" pitchFamily="34" charset="-127"/>
                <a:cs typeface="+mn-cs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21FA0FE-D8CE-4C7F-BB69-54F63ED54255}" type="slidenum">
              <a:rPr lang="ru-RU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r>
              <a:rPr lang="en-US" altLang="ko-KR" dirty="0">
                <a:solidFill>
                  <a:srgbClr val="000000"/>
                </a:solidFill>
              </a:rPr>
              <a:t>/13</a:t>
            </a:r>
            <a:endParaRPr lang="ru-RU" altLang="en-US" dirty="0">
              <a:solidFill>
                <a:srgbClr val="000000"/>
              </a:solidFill>
            </a:endParaRPr>
          </a:p>
        </p:txBody>
      </p:sp>
      <p:pic>
        <p:nvPicPr>
          <p:cNvPr id="7" name="Picture 2" descr="D:\Vision task_20180502이후\디자인_0503\영문\영문\세로형_E_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3199" y="6422988"/>
            <a:ext cx="1195840" cy="390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96997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 userDrawn="1"/>
        </p:nvCxnSpPr>
        <p:spPr bwMode="auto">
          <a:xfrm>
            <a:off x="0" y="548680"/>
            <a:ext cx="12187238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91440" y="64008"/>
            <a:ext cx="10479024" cy="402336"/>
          </a:xfrm>
        </p:spPr>
        <p:txBody>
          <a:bodyPr anchor="ctr"/>
          <a:lstStyle>
            <a:lvl1pPr marL="0" indent="0">
              <a:buNone/>
              <a:defRPr kumimoji="1" lang="en-US" sz="2000" b="1" kern="1200" dirty="0">
                <a:solidFill>
                  <a:prstClr val="black"/>
                </a:solidFill>
                <a:latin typeface="LG스마트체 Regular"/>
                <a:ea typeface="LG스마트체 Regular"/>
                <a:cs typeface="+mn-cs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69210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:\Vision task_20180502이후\디자인_0503\영문\영문\세로형_E_1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3199" y="6422988"/>
            <a:ext cx="1195840" cy="390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9258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 hasCustomPrompt="1"/>
          </p:nvPr>
        </p:nvSpPr>
        <p:spPr>
          <a:xfrm>
            <a:off x="217102" y="56148"/>
            <a:ext cx="6333541" cy="402892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dirty="0" smtClean="0"/>
              <a:t>제목</a:t>
            </a:r>
            <a:endParaRPr lang="ko-KR" altLang="en-US" dirty="0"/>
          </a:p>
        </p:txBody>
      </p:sp>
      <p:sp>
        <p:nvSpPr>
          <p:cNvPr id="8" name="텍스트 개체 틀 8"/>
          <p:cNvSpPr>
            <a:spLocks noGrp="1"/>
          </p:cNvSpPr>
          <p:nvPr>
            <p:ph type="body" sz="quarter" idx="10" hasCustomPrompt="1"/>
          </p:nvPr>
        </p:nvSpPr>
        <p:spPr>
          <a:xfrm>
            <a:off x="6630389" y="82141"/>
            <a:ext cx="5339750" cy="376905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1600" b="1"/>
            </a:lvl1pPr>
          </a:lstStyle>
          <a:p>
            <a:pPr lvl="0"/>
            <a:r>
              <a:rPr lang="ko-KR" altLang="en-US" dirty="0" smtClean="0"/>
              <a:t>부제목</a:t>
            </a:r>
            <a:endParaRPr lang="ko-KR" altLang="en-US" dirty="0"/>
          </a:p>
        </p:txBody>
      </p:sp>
      <p:sp>
        <p:nvSpPr>
          <p:cNvPr id="9" name="Line 39"/>
          <p:cNvSpPr>
            <a:spLocks noChangeShapeType="1"/>
          </p:cNvSpPr>
          <p:nvPr userDrawn="1"/>
        </p:nvSpPr>
        <p:spPr bwMode="auto">
          <a:xfrm>
            <a:off x="114417" y="499144"/>
            <a:ext cx="1195840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lIns="91393" tIns="45698" rIns="91393" bIns="45698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solidFill>
                <a:prstClr val="black"/>
              </a:solidFill>
              <a:latin typeface="Arial Narrow"/>
              <a:ea typeface="LG스마트체 Regular"/>
            </a:endParaRPr>
          </a:p>
        </p:txBody>
      </p:sp>
      <p:sp>
        <p:nvSpPr>
          <p:cNvPr id="11" name="텍스트 개체 틀 8"/>
          <p:cNvSpPr>
            <a:spLocks noGrp="1"/>
          </p:cNvSpPr>
          <p:nvPr>
            <p:ph type="body" sz="quarter" idx="11" hasCustomPrompt="1"/>
          </p:nvPr>
        </p:nvSpPr>
        <p:spPr>
          <a:xfrm>
            <a:off x="503283" y="593564"/>
            <a:ext cx="11180681" cy="376905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1600" b="1"/>
            </a:lvl1pPr>
          </a:lstStyle>
          <a:p>
            <a:pPr lvl="0"/>
            <a:r>
              <a:rPr lang="ko-KR" altLang="en-US" dirty="0" smtClean="0"/>
              <a:t>헤드메시지</a:t>
            </a:r>
            <a:endParaRPr lang="ko-KR" altLang="en-US" dirty="0"/>
          </a:p>
        </p:txBody>
      </p:sp>
      <p:sp>
        <p:nvSpPr>
          <p:cNvPr id="12" name="텍스트 개체 틀 8"/>
          <p:cNvSpPr>
            <a:spLocks noGrp="1"/>
          </p:cNvSpPr>
          <p:nvPr>
            <p:ph type="body" sz="quarter" idx="12" hasCustomPrompt="1"/>
          </p:nvPr>
        </p:nvSpPr>
        <p:spPr>
          <a:xfrm>
            <a:off x="5636600" y="6642781"/>
            <a:ext cx="914043" cy="20052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 baseline="0"/>
            </a:lvl1pPr>
          </a:lstStyle>
          <a:p>
            <a:pPr lvl="0"/>
            <a:r>
              <a:rPr lang="en-US" altLang="ko-KR" dirty="0" smtClean="0"/>
              <a:t>? / ?</a:t>
            </a:r>
            <a:endParaRPr lang="ko-KR" altLang="en-US" dirty="0"/>
          </a:p>
        </p:txBody>
      </p:sp>
      <p:sp>
        <p:nvSpPr>
          <p:cNvPr id="13" name="텍스트 개체 틀 5"/>
          <p:cNvSpPr>
            <a:spLocks noGrp="1"/>
          </p:cNvSpPr>
          <p:nvPr>
            <p:ph type="body" sz="quarter" idx="13" hasCustomPrompt="1"/>
          </p:nvPr>
        </p:nvSpPr>
        <p:spPr>
          <a:xfrm>
            <a:off x="217099" y="6460074"/>
            <a:ext cx="11736952" cy="165777"/>
          </a:xfrm>
          <a:prstGeom prst="rect">
            <a:avLst/>
          </a:prstGeom>
        </p:spPr>
        <p:txBody>
          <a:bodyPr tIns="0" bIns="0" anchor="b"/>
          <a:lstStyle>
            <a:lvl1pPr marL="0" indent="0">
              <a:lnSpc>
                <a:spcPct val="100000"/>
              </a:lnSpc>
              <a:buNone/>
              <a:defRPr sz="900"/>
            </a:lvl1pPr>
          </a:lstStyle>
          <a:p>
            <a:r>
              <a:rPr lang="ko-KR" altLang="en-US" sz="900" dirty="0" smtClean="0"/>
              <a:t>주석</a:t>
            </a:r>
            <a:endParaRPr lang="en-US" altLang="ko-KR" sz="900" dirty="0" smtClean="0"/>
          </a:p>
        </p:txBody>
      </p:sp>
    </p:spTree>
    <p:extLst>
      <p:ext uri="{BB962C8B-B14F-4D97-AF65-F5344CB8AC3E}">
        <p14:creationId xmlns:p14="http://schemas.microsoft.com/office/powerpoint/2010/main" val="34294714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mon Report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619108" y="1196754"/>
            <a:ext cx="8949026" cy="1079723"/>
          </a:xfrm>
          <a:noFill/>
          <a:ln w="9525">
            <a:noFill/>
            <a:miter lim="800000"/>
            <a:headEnd/>
            <a:tailEnd/>
          </a:ln>
          <a:extLst/>
        </p:spPr>
        <p:txBody>
          <a:bodyPr wrap="none" lIns="91405" tIns="45703" rIns="91405" bIns="45703"/>
          <a:lstStyle>
            <a:lvl1pPr algn="ctr">
              <a:defRPr lang="en-US" sz="3000" kern="1200" noProof="0" smtClean="0">
                <a:solidFill>
                  <a:schemeClr val="tx1"/>
                </a:solidFill>
                <a:latin typeface="Arial Narrow" panose="020B0606020202030204" pitchFamily="34" charset="0"/>
                <a:ea typeface="돋움" pitchFamily="50" charset="-127"/>
                <a:cs typeface="+mn-cs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 dirty="0" smtClean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001259" y="5300676"/>
            <a:ext cx="184731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lang="en-US" altLang="en-US" sz="1500" b="1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defRPr>
            </a:lvl1pPr>
          </a:lstStyle>
          <a:p>
            <a:pPr marL="230188" indent="-230188" algn="ctr">
              <a:buFont typeface="Wingdings" pitchFamily="2" charset="2"/>
              <a:buNone/>
            </a:pPr>
            <a:endParaRPr dirty="0"/>
          </a:p>
        </p:txBody>
      </p:sp>
      <p:pic>
        <p:nvPicPr>
          <p:cNvPr id="8" name="Picture 15" descr="C:\Users\Administrator\Desktop\BCG\BCG 3.0\로고\LG_CI_3D_RGB_Standard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3212" y="5913438"/>
            <a:ext cx="1281222" cy="73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 descr="D:\Vision task_20180502이후\디자인_0503\영문\영문\세로형_E_1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1640" y="199565"/>
            <a:ext cx="1731754" cy="565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Line 7"/>
          <p:cNvSpPr>
            <a:spLocks noChangeShapeType="1"/>
          </p:cNvSpPr>
          <p:nvPr/>
        </p:nvSpPr>
        <p:spPr bwMode="auto">
          <a:xfrm>
            <a:off x="1657827" y="1996397"/>
            <a:ext cx="88675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>
              <a:solidFill>
                <a:prstClr val="black"/>
              </a:solidFill>
              <a:latin typeface="Arial" charset="0"/>
              <a:ea typeface="돋움" pitchFamily="50" charset="-127"/>
            </a:endParaRP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5262714" y="5661248"/>
            <a:ext cx="16578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30188" indent="-230188" eaLnBrk="0" hangingPunct="0"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9pPr>
          </a:lstStyle>
          <a:p>
            <a:pPr algn="ctr" eaLnBrk="1" hangingPunct="1">
              <a:buFont typeface="Wingdings" pitchFamily="2" charset="2"/>
              <a:buNone/>
            </a:pPr>
            <a:r>
              <a:rPr lang="en-US" altLang="ko-KR" sz="160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LG – India SW Lab</a:t>
            </a:r>
            <a:endParaRPr lang="ko-KR" altLang="en-US" sz="160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32666906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="" xmlns:p15="http://schemas.microsoft.com/office/powerpoint/2012/main">
        <p15:guide id="1" orient="horz" pos="1979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14"/>
          <p:cNvSpPr>
            <a:spLocks noChangeShapeType="1"/>
          </p:cNvSpPr>
          <p:nvPr/>
        </p:nvSpPr>
        <p:spPr bwMode="auto">
          <a:xfrm>
            <a:off x="0" y="476250"/>
            <a:ext cx="121872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400">
              <a:solidFill>
                <a:srgbClr val="000000"/>
              </a:solidFill>
              <a:latin typeface="Arial" charset="0"/>
              <a:ea typeface="돋움" pitchFamily="50" charset="-127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kumimoji="1" lang="en-US" sz="2000" b="1" kern="1200" dirty="0">
                <a:solidFill>
                  <a:prstClr val="black"/>
                </a:solidFill>
                <a:latin typeface="LG스마트체 Regular" panose="020B0600000101010101" pitchFamily="34" charset="-127"/>
                <a:ea typeface="LG스마트체 Regular" panose="020B0600000101010101" pitchFamily="34" charset="-127"/>
                <a:cs typeface="+mn-cs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BD01D8C-8B30-4FD0-92F2-12530C7D0D51}" type="slidenum">
              <a:rPr lang="ru-RU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r>
              <a:rPr lang="en-US" altLang="ko-KR" dirty="0">
                <a:solidFill>
                  <a:srgbClr val="000000"/>
                </a:solidFill>
              </a:rPr>
              <a:t>/13</a:t>
            </a:r>
            <a:endParaRPr lang="ru-RU" altLang="en-US" dirty="0">
              <a:solidFill>
                <a:srgbClr val="000000"/>
              </a:solidFill>
            </a:endParaRPr>
          </a:p>
        </p:txBody>
      </p:sp>
      <p:pic>
        <p:nvPicPr>
          <p:cNvPr id="8" name="Picture 2" descr="D:\Vision task_20180502이후\디자인_0503\영문\영문\세로형_E_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3199" y="6422988"/>
            <a:ext cx="1195840" cy="390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64007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14"/>
          <p:cNvSpPr>
            <a:spLocks noChangeShapeType="1"/>
          </p:cNvSpPr>
          <p:nvPr/>
        </p:nvSpPr>
        <p:spPr bwMode="auto">
          <a:xfrm>
            <a:off x="0" y="476250"/>
            <a:ext cx="121872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400">
              <a:solidFill>
                <a:srgbClr val="000000"/>
              </a:solidFill>
              <a:latin typeface="Arial" charset="0"/>
              <a:ea typeface="돋움" pitchFamily="50" charset="-127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kumimoji="1" lang="en-US" sz="2000" b="1" kern="1200" dirty="0">
                <a:solidFill>
                  <a:prstClr val="black"/>
                </a:solidFill>
                <a:latin typeface="LG스마트체 Regular" panose="020B0600000101010101" pitchFamily="34" charset="-127"/>
                <a:ea typeface="LG스마트체 Regular" panose="020B0600000101010101" pitchFamily="34" charset="-127"/>
                <a:cs typeface="+mn-cs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21FA0FE-D8CE-4C7F-BB69-54F63ED54255}" type="slidenum">
              <a:rPr lang="ru-RU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r>
              <a:rPr lang="en-US" altLang="ko-KR" dirty="0">
                <a:solidFill>
                  <a:srgbClr val="000000"/>
                </a:solidFill>
              </a:rPr>
              <a:t>/13</a:t>
            </a:r>
            <a:endParaRPr lang="ru-RU" altLang="en-US" dirty="0">
              <a:solidFill>
                <a:srgbClr val="000000"/>
              </a:solidFill>
            </a:endParaRPr>
          </a:p>
        </p:txBody>
      </p:sp>
      <p:pic>
        <p:nvPicPr>
          <p:cNvPr id="7" name="Picture 2" descr="D:\Vision task_20180502이후\디자인_0503\영문\영문\세로형_E_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3199" y="6422988"/>
            <a:ext cx="1195840" cy="390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84513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 userDrawn="1"/>
        </p:nvCxnSpPr>
        <p:spPr bwMode="auto">
          <a:xfrm>
            <a:off x="0" y="548680"/>
            <a:ext cx="12187238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91440" y="64008"/>
            <a:ext cx="10479024" cy="402336"/>
          </a:xfrm>
        </p:spPr>
        <p:txBody>
          <a:bodyPr anchor="ctr"/>
          <a:lstStyle>
            <a:lvl1pPr marL="0" indent="0">
              <a:buNone/>
              <a:defRPr kumimoji="1" lang="en-US" sz="2000" b="1" kern="1200" dirty="0">
                <a:solidFill>
                  <a:prstClr val="black"/>
                </a:solidFill>
                <a:latin typeface="LG스마트체 Regular"/>
                <a:ea typeface="LG스마트체 Regular"/>
                <a:cs typeface="+mn-cs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5745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5800914" y="6525356"/>
            <a:ext cx="5854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latinLnBrk="0"/>
            <a:fld id="{5742120A-4607-49A1-A4B2-F91507483BAF}" type="slidenum">
              <a:rPr lang="en-IN" sz="1200" smtClean="0">
                <a:solidFill>
                  <a:srgbClr val="000000"/>
                </a:solidFill>
                <a:latin typeface="Arial Narrow" panose="020B0606020202030204" pitchFamily="34" charset="0"/>
              </a:rPr>
              <a:pPr algn="ctr" latinLnBrk="0"/>
              <a:t>‹#›</a:t>
            </a:fld>
            <a:r>
              <a:rPr lang="en-IN" sz="1200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 / 13</a:t>
            </a:r>
          </a:p>
        </p:txBody>
      </p:sp>
      <p:pic>
        <p:nvPicPr>
          <p:cNvPr id="3" name="Picture 2" descr="D:\Vision task_20180502이후\디자인_0503\영문\영문\세로형_E_1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3199" y="6422988"/>
            <a:ext cx="1195840" cy="390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Line 14"/>
          <p:cNvSpPr>
            <a:spLocks noChangeShapeType="1"/>
          </p:cNvSpPr>
          <p:nvPr userDrawn="1"/>
        </p:nvSpPr>
        <p:spPr bwMode="auto">
          <a:xfrm>
            <a:off x="0" y="534988"/>
            <a:ext cx="121872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latinLnBrk="0"/>
            <a:endParaRPr lang="ko-KR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3077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:\Vision task_20180502이후\디자인_0503\영문\영문\세로형_E_1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3199" y="6422988"/>
            <a:ext cx="1195840" cy="390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53843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 hasCustomPrompt="1"/>
          </p:nvPr>
        </p:nvSpPr>
        <p:spPr>
          <a:xfrm>
            <a:off x="217102" y="56148"/>
            <a:ext cx="6333541" cy="402892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dirty="0" smtClean="0"/>
              <a:t>제목</a:t>
            </a:r>
            <a:endParaRPr lang="ko-KR" altLang="en-US" dirty="0"/>
          </a:p>
        </p:txBody>
      </p:sp>
      <p:sp>
        <p:nvSpPr>
          <p:cNvPr id="8" name="텍스트 개체 틀 8"/>
          <p:cNvSpPr>
            <a:spLocks noGrp="1"/>
          </p:cNvSpPr>
          <p:nvPr>
            <p:ph type="body" sz="quarter" idx="10" hasCustomPrompt="1"/>
          </p:nvPr>
        </p:nvSpPr>
        <p:spPr>
          <a:xfrm>
            <a:off x="6630389" y="82141"/>
            <a:ext cx="5339750" cy="376905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1600" b="1"/>
            </a:lvl1pPr>
          </a:lstStyle>
          <a:p>
            <a:pPr lvl="0"/>
            <a:r>
              <a:rPr lang="ko-KR" altLang="en-US" dirty="0" smtClean="0"/>
              <a:t>부제목</a:t>
            </a:r>
            <a:endParaRPr lang="ko-KR" altLang="en-US" dirty="0"/>
          </a:p>
        </p:txBody>
      </p:sp>
      <p:sp>
        <p:nvSpPr>
          <p:cNvPr id="9" name="Line 39"/>
          <p:cNvSpPr>
            <a:spLocks noChangeShapeType="1"/>
          </p:cNvSpPr>
          <p:nvPr userDrawn="1"/>
        </p:nvSpPr>
        <p:spPr bwMode="auto">
          <a:xfrm>
            <a:off x="114417" y="499144"/>
            <a:ext cx="1195840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lIns="91393" tIns="45698" rIns="91393" bIns="45698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solidFill>
                <a:prstClr val="black"/>
              </a:solidFill>
              <a:latin typeface="Arial Narrow"/>
              <a:ea typeface="LG스마트체 Regular"/>
            </a:endParaRPr>
          </a:p>
        </p:txBody>
      </p:sp>
      <p:sp>
        <p:nvSpPr>
          <p:cNvPr id="11" name="텍스트 개체 틀 8"/>
          <p:cNvSpPr>
            <a:spLocks noGrp="1"/>
          </p:cNvSpPr>
          <p:nvPr>
            <p:ph type="body" sz="quarter" idx="11" hasCustomPrompt="1"/>
          </p:nvPr>
        </p:nvSpPr>
        <p:spPr>
          <a:xfrm>
            <a:off x="503283" y="593564"/>
            <a:ext cx="11180681" cy="376905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1600" b="1"/>
            </a:lvl1pPr>
          </a:lstStyle>
          <a:p>
            <a:pPr lvl="0"/>
            <a:r>
              <a:rPr lang="ko-KR" altLang="en-US" dirty="0" smtClean="0"/>
              <a:t>헤드메시지</a:t>
            </a:r>
            <a:endParaRPr lang="ko-KR" altLang="en-US" dirty="0"/>
          </a:p>
        </p:txBody>
      </p:sp>
      <p:sp>
        <p:nvSpPr>
          <p:cNvPr id="12" name="텍스트 개체 틀 8"/>
          <p:cNvSpPr>
            <a:spLocks noGrp="1"/>
          </p:cNvSpPr>
          <p:nvPr>
            <p:ph type="body" sz="quarter" idx="12" hasCustomPrompt="1"/>
          </p:nvPr>
        </p:nvSpPr>
        <p:spPr>
          <a:xfrm>
            <a:off x="5636600" y="6642781"/>
            <a:ext cx="914043" cy="20052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 baseline="0"/>
            </a:lvl1pPr>
          </a:lstStyle>
          <a:p>
            <a:pPr lvl="0"/>
            <a:r>
              <a:rPr lang="en-US" altLang="ko-KR" dirty="0" smtClean="0"/>
              <a:t>? / ?</a:t>
            </a:r>
            <a:endParaRPr lang="ko-KR" altLang="en-US" dirty="0"/>
          </a:p>
        </p:txBody>
      </p:sp>
      <p:sp>
        <p:nvSpPr>
          <p:cNvPr id="13" name="텍스트 개체 틀 5"/>
          <p:cNvSpPr>
            <a:spLocks noGrp="1"/>
          </p:cNvSpPr>
          <p:nvPr>
            <p:ph type="body" sz="quarter" idx="13" hasCustomPrompt="1"/>
          </p:nvPr>
        </p:nvSpPr>
        <p:spPr>
          <a:xfrm>
            <a:off x="217099" y="6460074"/>
            <a:ext cx="11736952" cy="165777"/>
          </a:xfrm>
          <a:prstGeom prst="rect">
            <a:avLst/>
          </a:prstGeom>
        </p:spPr>
        <p:txBody>
          <a:bodyPr tIns="0" bIns="0" anchor="b"/>
          <a:lstStyle>
            <a:lvl1pPr marL="0" indent="0">
              <a:lnSpc>
                <a:spcPct val="100000"/>
              </a:lnSpc>
              <a:buNone/>
              <a:defRPr sz="900"/>
            </a:lvl1pPr>
          </a:lstStyle>
          <a:p>
            <a:r>
              <a:rPr lang="ko-KR" altLang="en-US" sz="900" dirty="0" smtClean="0"/>
              <a:t>주석</a:t>
            </a:r>
            <a:endParaRPr lang="en-US" altLang="ko-KR" sz="900" dirty="0" smtClean="0"/>
          </a:p>
        </p:txBody>
      </p:sp>
    </p:spTree>
    <p:extLst>
      <p:ext uri="{BB962C8B-B14F-4D97-AF65-F5344CB8AC3E}">
        <p14:creationId xmlns:p14="http://schemas.microsoft.com/office/powerpoint/2010/main" val="17250313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mon Report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619108" y="1196754"/>
            <a:ext cx="8949026" cy="1079723"/>
          </a:xfrm>
          <a:noFill/>
          <a:ln w="9525">
            <a:noFill/>
            <a:miter lim="800000"/>
            <a:headEnd/>
            <a:tailEnd/>
          </a:ln>
          <a:extLst/>
        </p:spPr>
        <p:txBody>
          <a:bodyPr wrap="none" lIns="91405" tIns="45703" rIns="91405" bIns="45703"/>
          <a:lstStyle>
            <a:lvl1pPr algn="ctr">
              <a:defRPr lang="en-US" sz="3000" kern="1200" noProof="0" smtClean="0">
                <a:solidFill>
                  <a:schemeClr val="tx1"/>
                </a:solidFill>
                <a:latin typeface="Arial Narrow" panose="020B0606020202030204" pitchFamily="34" charset="0"/>
                <a:ea typeface="돋움" pitchFamily="50" charset="-127"/>
                <a:cs typeface="+mn-cs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 dirty="0" smtClean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001259" y="5300676"/>
            <a:ext cx="184731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lang="en-US" altLang="en-US" sz="1500" b="1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defRPr>
            </a:lvl1pPr>
          </a:lstStyle>
          <a:p>
            <a:pPr marL="230188" indent="-230188" algn="ctr">
              <a:buFont typeface="Wingdings" pitchFamily="2" charset="2"/>
              <a:buNone/>
            </a:pPr>
            <a:endParaRPr dirty="0"/>
          </a:p>
        </p:txBody>
      </p:sp>
      <p:pic>
        <p:nvPicPr>
          <p:cNvPr id="8" name="Picture 15" descr="C:\Users\Administrator\Desktop\BCG\BCG 3.0\로고\LG_CI_3D_RGB_Standard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3212" y="5913438"/>
            <a:ext cx="1281222" cy="73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 descr="D:\Vision task_20180502이후\디자인_0503\영문\영문\세로형_E_1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1640" y="199565"/>
            <a:ext cx="1731754" cy="565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Line 7"/>
          <p:cNvSpPr>
            <a:spLocks noChangeShapeType="1"/>
          </p:cNvSpPr>
          <p:nvPr/>
        </p:nvSpPr>
        <p:spPr bwMode="auto">
          <a:xfrm>
            <a:off x="1657827" y="1996397"/>
            <a:ext cx="88675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>
              <a:solidFill>
                <a:prstClr val="black"/>
              </a:solidFill>
              <a:latin typeface="Arial" charset="0"/>
              <a:ea typeface="돋움" pitchFamily="50" charset="-127"/>
            </a:endParaRP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5262714" y="5661248"/>
            <a:ext cx="16578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30188" indent="-230188" eaLnBrk="0" hangingPunct="0"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9pPr>
          </a:lstStyle>
          <a:p>
            <a:pPr algn="ctr" eaLnBrk="1" hangingPunct="1">
              <a:buFont typeface="Wingdings" pitchFamily="2" charset="2"/>
              <a:buNone/>
            </a:pPr>
            <a:r>
              <a:rPr lang="en-US" altLang="ko-KR" sz="160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LG – India SW Lab</a:t>
            </a:r>
            <a:endParaRPr lang="ko-KR" altLang="en-US" sz="160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1847789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="" xmlns:p15="http://schemas.microsoft.com/office/powerpoint/2012/main">
        <p15:guide id="1" orient="horz" pos="1979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14"/>
          <p:cNvSpPr>
            <a:spLocks noChangeShapeType="1"/>
          </p:cNvSpPr>
          <p:nvPr/>
        </p:nvSpPr>
        <p:spPr bwMode="auto">
          <a:xfrm>
            <a:off x="0" y="476250"/>
            <a:ext cx="121872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400">
              <a:solidFill>
                <a:srgbClr val="000000"/>
              </a:solidFill>
              <a:latin typeface="Arial" charset="0"/>
              <a:ea typeface="돋움" pitchFamily="50" charset="-127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kumimoji="1" lang="en-US" sz="2000" b="1" kern="1200" dirty="0">
                <a:solidFill>
                  <a:prstClr val="black"/>
                </a:solidFill>
                <a:latin typeface="LG스마트체 Regular" panose="020B0600000101010101" pitchFamily="34" charset="-127"/>
                <a:ea typeface="LG스마트체 Regular" panose="020B0600000101010101" pitchFamily="34" charset="-127"/>
                <a:cs typeface="+mn-cs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BD01D8C-8B30-4FD0-92F2-12530C7D0D51}" type="slidenum">
              <a:rPr lang="ru-RU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r>
              <a:rPr lang="en-US" altLang="ko-KR" dirty="0">
                <a:solidFill>
                  <a:srgbClr val="000000"/>
                </a:solidFill>
              </a:rPr>
              <a:t>/13</a:t>
            </a:r>
            <a:endParaRPr lang="ru-RU" altLang="en-US" dirty="0">
              <a:solidFill>
                <a:srgbClr val="000000"/>
              </a:solidFill>
            </a:endParaRPr>
          </a:p>
        </p:txBody>
      </p:sp>
      <p:pic>
        <p:nvPicPr>
          <p:cNvPr id="8" name="Picture 2" descr="D:\Vision task_20180502이후\디자인_0503\영문\영문\세로형_E_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3199" y="6422988"/>
            <a:ext cx="1195840" cy="390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22778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14"/>
          <p:cNvSpPr>
            <a:spLocks noChangeShapeType="1"/>
          </p:cNvSpPr>
          <p:nvPr/>
        </p:nvSpPr>
        <p:spPr bwMode="auto">
          <a:xfrm>
            <a:off x="0" y="476250"/>
            <a:ext cx="121872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400">
              <a:solidFill>
                <a:srgbClr val="000000"/>
              </a:solidFill>
              <a:latin typeface="Arial" charset="0"/>
              <a:ea typeface="돋움" pitchFamily="50" charset="-127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kumimoji="1" lang="en-US" sz="2000" b="1" kern="1200" dirty="0">
                <a:solidFill>
                  <a:prstClr val="black"/>
                </a:solidFill>
                <a:latin typeface="LG스마트체 Regular" panose="020B0600000101010101" pitchFamily="34" charset="-127"/>
                <a:ea typeface="LG스마트체 Regular" panose="020B0600000101010101" pitchFamily="34" charset="-127"/>
                <a:cs typeface="+mn-cs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21FA0FE-D8CE-4C7F-BB69-54F63ED54255}" type="slidenum">
              <a:rPr lang="ru-RU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r>
              <a:rPr lang="en-US" altLang="ko-KR" dirty="0">
                <a:solidFill>
                  <a:srgbClr val="000000"/>
                </a:solidFill>
              </a:rPr>
              <a:t>/13</a:t>
            </a:r>
            <a:endParaRPr lang="ru-RU" altLang="en-US" dirty="0">
              <a:solidFill>
                <a:srgbClr val="000000"/>
              </a:solidFill>
            </a:endParaRPr>
          </a:p>
        </p:txBody>
      </p:sp>
      <p:pic>
        <p:nvPicPr>
          <p:cNvPr id="7" name="Picture 2" descr="D:\Vision task_20180502이후\디자인_0503\영문\영문\세로형_E_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3199" y="6422988"/>
            <a:ext cx="1195840" cy="390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45838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 userDrawn="1"/>
        </p:nvCxnSpPr>
        <p:spPr bwMode="auto">
          <a:xfrm>
            <a:off x="0" y="548680"/>
            <a:ext cx="12187238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91440" y="64008"/>
            <a:ext cx="10479024" cy="402336"/>
          </a:xfrm>
        </p:spPr>
        <p:txBody>
          <a:bodyPr anchor="ctr"/>
          <a:lstStyle>
            <a:lvl1pPr marL="0" indent="0">
              <a:buNone/>
              <a:defRPr kumimoji="1" lang="en-US" sz="2000" b="1" kern="1200" dirty="0">
                <a:solidFill>
                  <a:prstClr val="black"/>
                </a:solidFill>
                <a:latin typeface="LG스마트체 Regular"/>
                <a:ea typeface="LG스마트체 Regular"/>
                <a:cs typeface="+mn-cs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2107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:\Vision task_20180502이후\디자인_0503\영문\영문\세로형_E_1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3199" y="6422988"/>
            <a:ext cx="1195840" cy="390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63492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 hasCustomPrompt="1"/>
          </p:nvPr>
        </p:nvSpPr>
        <p:spPr>
          <a:xfrm>
            <a:off x="217102" y="56148"/>
            <a:ext cx="6333541" cy="402892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dirty="0" smtClean="0"/>
              <a:t>제목</a:t>
            </a:r>
            <a:endParaRPr lang="ko-KR" altLang="en-US" dirty="0"/>
          </a:p>
        </p:txBody>
      </p:sp>
      <p:sp>
        <p:nvSpPr>
          <p:cNvPr id="8" name="텍스트 개체 틀 8"/>
          <p:cNvSpPr>
            <a:spLocks noGrp="1"/>
          </p:cNvSpPr>
          <p:nvPr>
            <p:ph type="body" sz="quarter" idx="10" hasCustomPrompt="1"/>
          </p:nvPr>
        </p:nvSpPr>
        <p:spPr>
          <a:xfrm>
            <a:off x="6630389" y="82141"/>
            <a:ext cx="5339750" cy="376905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1600" b="1"/>
            </a:lvl1pPr>
          </a:lstStyle>
          <a:p>
            <a:pPr lvl="0"/>
            <a:r>
              <a:rPr lang="ko-KR" altLang="en-US" dirty="0" smtClean="0"/>
              <a:t>부제목</a:t>
            </a:r>
            <a:endParaRPr lang="ko-KR" altLang="en-US" dirty="0"/>
          </a:p>
        </p:txBody>
      </p:sp>
      <p:sp>
        <p:nvSpPr>
          <p:cNvPr id="9" name="Line 39"/>
          <p:cNvSpPr>
            <a:spLocks noChangeShapeType="1"/>
          </p:cNvSpPr>
          <p:nvPr userDrawn="1"/>
        </p:nvSpPr>
        <p:spPr bwMode="auto">
          <a:xfrm>
            <a:off x="114417" y="499144"/>
            <a:ext cx="1195840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lIns="91393" tIns="45698" rIns="91393" bIns="45698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solidFill>
                <a:prstClr val="black"/>
              </a:solidFill>
              <a:latin typeface="Arial Narrow"/>
              <a:ea typeface="LG스마트체 Regular"/>
            </a:endParaRPr>
          </a:p>
        </p:txBody>
      </p:sp>
      <p:sp>
        <p:nvSpPr>
          <p:cNvPr id="11" name="텍스트 개체 틀 8"/>
          <p:cNvSpPr>
            <a:spLocks noGrp="1"/>
          </p:cNvSpPr>
          <p:nvPr>
            <p:ph type="body" sz="quarter" idx="11" hasCustomPrompt="1"/>
          </p:nvPr>
        </p:nvSpPr>
        <p:spPr>
          <a:xfrm>
            <a:off x="503283" y="593564"/>
            <a:ext cx="11180681" cy="376905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1600" b="1"/>
            </a:lvl1pPr>
          </a:lstStyle>
          <a:p>
            <a:pPr lvl="0"/>
            <a:r>
              <a:rPr lang="ko-KR" altLang="en-US" dirty="0" smtClean="0"/>
              <a:t>헤드메시지</a:t>
            </a:r>
            <a:endParaRPr lang="ko-KR" altLang="en-US" dirty="0"/>
          </a:p>
        </p:txBody>
      </p:sp>
      <p:sp>
        <p:nvSpPr>
          <p:cNvPr id="12" name="텍스트 개체 틀 8"/>
          <p:cNvSpPr>
            <a:spLocks noGrp="1"/>
          </p:cNvSpPr>
          <p:nvPr>
            <p:ph type="body" sz="quarter" idx="12" hasCustomPrompt="1"/>
          </p:nvPr>
        </p:nvSpPr>
        <p:spPr>
          <a:xfrm>
            <a:off x="5636600" y="6642781"/>
            <a:ext cx="914043" cy="20052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 baseline="0"/>
            </a:lvl1pPr>
          </a:lstStyle>
          <a:p>
            <a:pPr lvl="0"/>
            <a:r>
              <a:rPr lang="en-US" altLang="ko-KR" dirty="0" smtClean="0"/>
              <a:t>? / ?</a:t>
            </a:r>
            <a:endParaRPr lang="ko-KR" altLang="en-US" dirty="0"/>
          </a:p>
        </p:txBody>
      </p:sp>
      <p:sp>
        <p:nvSpPr>
          <p:cNvPr id="13" name="텍스트 개체 틀 5"/>
          <p:cNvSpPr>
            <a:spLocks noGrp="1"/>
          </p:cNvSpPr>
          <p:nvPr>
            <p:ph type="body" sz="quarter" idx="13" hasCustomPrompt="1"/>
          </p:nvPr>
        </p:nvSpPr>
        <p:spPr>
          <a:xfrm>
            <a:off x="217099" y="6460074"/>
            <a:ext cx="11736952" cy="165777"/>
          </a:xfrm>
          <a:prstGeom prst="rect">
            <a:avLst/>
          </a:prstGeom>
        </p:spPr>
        <p:txBody>
          <a:bodyPr tIns="0" bIns="0" anchor="b"/>
          <a:lstStyle>
            <a:lvl1pPr marL="0" indent="0">
              <a:lnSpc>
                <a:spcPct val="100000"/>
              </a:lnSpc>
              <a:buNone/>
              <a:defRPr sz="900"/>
            </a:lvl1pPr>
          </a:lstStyle>
          <a:p>
            <a:r>
              <a:rPr lang="ko-KR" altLang="en-US" sz="900" dirty="0" smtClean="0"/>
              <a:t>주석</a:t>
            </a:r>
            <a:endParaRPr lang="en-US" altLang="ko-KR" sz="900" dirty="0" smtClean="0"/>
          </a:p>
        </p:txBody>
      </p:sp>
    </p:spTree>
    <p:extLst>
      <p:ext uri="{BB962C8B-B14F-4D97-AF65-F5344CB8AC3E}">
        <p14:creationId xmlns:p14="http://schemas.microsoft.com/office/powerpoint/2010/main" val="16647289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mon Report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619108" y="1196754"/>
            <a:ext cx="8949026" cy="1079723"/>
          </a:xfrm>
          <a:noFill/>
          <a:ln w="9525">
            <a:noFill/>
            <a:miter lim="800000"/>
            <a:headEnd/>
            <a:tailEnd/>
          </a:ln>
          <a:extLst/>
        </p:spPr>
        <p:txBody>
          <a:bodyPr wrap="none" lIns="91405" tIns="45703" rIns="91405" bIns="45703"/>
          <a:lstStyle>
            <a:lvl1pPr algn="ctr">
              <a:defRPr lang="en-US" sz="3000" kern="1200" noProof="0" smtClean="0">
                <a:solidFill>
                  <a:schemeClr val="tx1"/>
                </a:solidFill>
                <a:latin typeface="Arial Narrow" panose="020B0606020202030204" pitchFamily="34" charset="0"/>
                <a:ea typeface="돋움" pitchFamily="50" charset="-127"/>
                <a:cs typeface="+mn-cs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 dirty="0" smtClean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001259" y="5300676"/>
            <a:ext cx="184731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lang="en-US" altLang="en-US" sz="1500" b="1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defRPr>
            </a:lvl1pPr>
          </a:lstStyle>
          <a:p>
            <a:pPr marL="230188" indent="-230188" algn="ctr">
              <a:buFont typeface="Wingdings" pitchFamily="2" charset="2"/>
              <a:buNone/>
            </a:pPr>
            <a:endParaRPr dirty="0"/>
          </a:p>
        </p:txBody>
      </p:sp>
      <p:pic>
        <p:nvPicPr>
          <p:cNvPr id="8" name="Picture 15" descr="C:\Users\Administrator\Desktop\BCG\BCG 3.0\로고\LG_CI_3D_RGB_Standard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3212" y="5913438"/>
            <a:ext cx="1281222" cy="73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 descr="D:\Vision task_20180502이후\디자인_0503\영문\영문\세로형_E_1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1640" y="199565"/>
            <a:ext cx="1731754" cy="565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Line 7"/>
          <p:cNvSpPr>
            <a:spLocks noChangeShapeType="1"/>
          </p:cNvSpPr>
          <p:nvPr/>
        </p:nvSpPr>
        <p:spPr bwMode="auto">
          <a:xfrm>
            <a:off x="1657827" y="1996397"/>
            <a:ext cx="88675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>
              <a:solidFill>
                <a:prstClr val="black"/>
              </a:solidFill>
              <a:latin typeface="Arial" charset="0"/>
              <a:ea typeface="돋움" pitchFamily="50" charset="-127"/>
            </a:endParaRP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4778452" y="5661248"/>
            <a:ext cx="262636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30188" indent="-230188" eaLnBrk="0" hangingPunct="0"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9pPr>
          </a:lstStyle>
          <a:p>
            <a:pPr algn="ctr" eaLnBrk="1" hangingPunct="1">
              <a:buFont typeface="Wingdings" pitchFamily="2" charset="2"/>
              <a:buNone/>
            </a:pPr>
            <a:r>
              <a:rPr lang="en-US" altLang="ko-KR" sz="160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CTO SW Center / India SW Lab</a:t>
            </a:r>
            <a:endParaRPr lang="ko-KR" altLang="en-US" sz="160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16498529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 xmlns="">
        <p15:guide id="1" orient="horz" pos="1979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14"/>
          <p:cNvSpPr>
            <a:spLocks noChangeShapeType="1"/>
          </p:cNvSpPr>
          <p:nvPr/>
        </p:nvSpPr>
        <p:spPr bwMode="auto">
          <a:xfrm>
            <a:off x="0" y="476250"/>
            <a:ext cx="121872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400">
              <a:solidFill>
                <a:srgbClr val="000000"/>
              </a:solidFill>
              <a:latin typeface="Arial" charset="0"/>
              <a:ea typeface="돋움" pitchFamily="50" charset="-127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kumimoji="1" lang="en-US" sz="2000" b="1" kern="1200" dirty="0">
                <a:solidFill>
                  <a:prstClr val="black"/>
                </a:solidFill>
                <a:latin typeface="LG스마트체 Regular" panose="020B0600000101010101" pitchFamily="34" charset="-127"/>
                <a:ea typeface="LG스마트체 Regular" panose="020B0600000101010101" pitchFamily="34" charset="-127"/>
                <a:cs typeface="+mn-cs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BD01D8C-8B30-4FD0-92F2-12530C7D0D51}" type="slidenum">
              <a:rPr lang="ru-RU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r>
              <a:rPr lang="en-US" altLang="ko-KR" dirty="0">
                <a:solidFill>
                  <a:srgbClr val="000000"/>
                </a:solidFill>
              </a:rPr>
              <a:t>/13</a:t>
            </a:r>
            <a:endParaRPr lang="ru-RU" altLang="en-US" dirty="0">
              <a:solidFill>
                <a:srgbClr val="000000"/>
              </a:solidFill>
            </a:endParaRPr>
          </a:p>
        </p:txBody>
      </p:sp>
      <p:pic>
        <p:nvPicPr>
          <p:cNvPr id="8" name="Picture 2" descr="D:\Vision task_20180502이후\디자인_0503\영문\영문\세로형_E_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3199" y="6422988"/>
            <a:ext cx="1195840" cy="390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36784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14"/>
          <p:cNvSpPr>
            <a:spLocks noChangeShapeType="1"/>
          </p:cNvSpPr>
          <p:nvPr/>
        </p:nvSpPr>
        <p:spPr bwMode="auto">
          <a:xfrm>
            <a:off x="0" y="476250"/>
            <a:ext cx="121872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400">
              <a:solidFill>
                <a:srgbClr val="000000"/>
              </a:solidFill>
              <a:latin typeface="Arial" charset="0"/>
              <a:ea typeface="돋움" pitchFamily="50" charset="-127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kumimoji="1" lang="en-US" sz="2000" b="1" kern="1200" dirty="0">
                <a:solidFill>
                  <a:prstClr val="black"/>
                </a:solidFill>
                <a:latin typeface="LG스마트체 Regular" panose="020B0600000101010101" pitchFamily="34" charset="-127"/>
                <a:ea typeface="LG스마트체 Regular" panose="020B0600000101010101" pitchFamily="34" charset="-127"/>
                <a:cs typeface="+mn-cs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21FA0FE-D8CE-4C7F-BB69-54F63ED54255}" type="slidenum">
              <a:rPr lang="ru-RU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r>
              <a:rPr lang="en-US" altLang="ko-KR" dirty="0">
                <a:solidFill>
                  <a:srgbClr val="000000"/>
                </a:solidFill>
              </a:rPr>
              <a:t>/13</a:t>
            </a:r>
            <a:endParaRPr lang="ru-RU" altLang="en-US" dirty="0">
              <a:solidFill>
                <a:srgbClr val="000000"/>
              </a:solidFill>
            </a:endParaRPr>
          </a:p>
        </p:txBody>
      </p:sp>
      <p:pic>
        <p:nvPicPr>
          <p:cNvPr id="7" name="Picture 2" descr="D:\Vision task_20180502이후\디자인_0503\영문\영문\세로형_E_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3199" y="6422988"/>
            <a:ext cx="1195840" cy="390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48932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 userDrawn="1"/>
        </p:nvCxnSpPr>
        <p:spPr bwMode="auto">
          <a:xfrm>
            <a:off x="0" y="548680"/>
            <a:ext cx="12187238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91440" y="64008"/>
            <a:ext cx="10479024" cy="402336"/>
          </a:xfrm>
        </p:spPr>
        <p:txBody>
          <a:bodyPr anchor="ctr"/>
          <a:lstStyle>
            <a:lvl1pPr marL="0" indent="0">
              <a:buNone/>
              <a:defRPr kumimoji="1" lang="en-US" sz="2000" b="1" kern="1200" dirty="0">
                <a:solidFill>
                  <a:prstClr val="black"/>
                </a:solidFill>
                <a:latin typeface="LG스마트체 Regular"/>
                <a:ea typeface="LG스마트체 Regular"/>
                <a:cs typeface="+mn-cs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8269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5836176" y="6525356"/>
            <a:ext cx="5148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latinLnBrk="0"/>
            <a:fld id="{5742120A-4607-49A1-A4B2-F91507483BAF}" type="slidenum">
              <a:rPr lang="en-IN" sz="1200" smtClean="0">
                <a:solidFill>
                  <a:srgbClr val="000000"/>
                </a:solidFill>
                <a:latin typeface="Arial Narrow" panose="020B0606020202030204" pitchFamily="34" charset="0"/>
              </a:rPr>
              <a:pPr algn="ctr" latinLnBrk="0"/>
              <a:t>‹#›</a:t>
            </a:fld>
            <a:r>
              <a:rPr lang="en-IN" sz="1200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 / 5</a:t>
            </a:r>
          </a:p>
        </p:txBody>
      </p:sp>
      <p:pic>
        <p:nvPicPr>
          <p:cNvPr id="3" name="Picture 2" descr="D:\Vision task_20180502이후\디자인_0503\영문\영문\세로형_E_1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3199" y="6422988"/>
            <a:ext cx="1195840" cy="390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Line 14"/>
          <p:cNvSpPr>
            <a:spLocks noChangeShapeType="1"/>
          </p:cNvSpPr>
          <p:nvPr userDrawn="1"/>
        </p:nvSpPr>
        <p:spPr bwMode="auto">
          <a:xfrm>
            <a:off x="0" y="534988"/>
            <a:ext cx="121872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latinLnBrk="0"/>
            <a:endParaRPr lang="ko-KR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55310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 hasCustomPrompt="1"/>
          </p:nvPr>
        </p:nvSpPr>
        <p:spPr>
          <a:xfrm>
            <a:off x="217102" y="56148"/>
            <a:ext cx="6333541" cy="402892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dirty="0" smtClean="0"/>
              <a:t>제목</a:t>
            </a:r>
            <a:endParaRPr lang="ko-KR" altLang="en-US" dirty="0"/>
          </a:p>
        </p:txBody>
      </p:sp>
      <p:sp>
        <p:nvSpPr>
          <p:cNvPr id="8" name="텍스트 개체 틀 8"/>
          <p:cNvSpPr>
            <a:spLocks noGrp="1"/>
          </p:cNvSpPr>
          <p:nvPr>
            <p:ph type="body" sz="quarter" idx="10" hasCustomPrompt="1"/>
          </p:nvPr>
        </p:nvSpPr>
        <p:spPr>
          <a:xfrm>
            <a:off x="6630389" y="82141"/>
            <a:ext cx="5339750" cy="376905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1600" b="1"/>
            </a:lvl1pPr>
          </a:lstStyle>
          <a:p>
            <a:pPr lvl="0"/>
            <a:r>
              <a:rPr lang="ko-KR" altLang="en-US" dirty="0" smtClean="0"/>
              <a:t>부제목</a:t>
            </a:r>
            <a:endParaRPr lang="ko-KR" altLang="en-US" dirty="0"/>
          </a:p>
        </p:txBody>
      </p:sp>
      <p:sp>
        <p:nvSpPr>
          <p:cNvPr id="9" name="Line 39"/>
          <p:cNvSpPr>
            <a:spLocks noChangeShapeType="1"/>
          </p:cNvSpPr>
          <p:nvPr userDrawn="1"/>
        </p:nvSpPr>
        <p:spPr bwMode="auto">
          <a:xfrm>
            <a:off x="114417" y="499144"/>
            <a:ext cx="1195840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lIns="91393" tIns="45698" rIns="91393" bIns="45698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solidFill>
                <a:prstClr val="black"/>
              </a:solidFill>
              <a:latin typeface="Arial Narrow"/>
              <a:ea typeface="LG스마트체 Regular"/>
            </a:endParaRPr>
          </a:p>
        </p:txBody>
      </p:sp>
      <p:sp>
        <p:nvSpPr>
          <p:cNvPr id="11" name="텍스트 개체 틀 8"/>
          <p:cNvSpPr>
            <a:spLocks noGrp="1"/>
          </p:cNvSpPr>
          <p:nvPr>
            <p:ph type="body" sz="quarter" idx="11" hasCustomPrompt="1"/>
          </p:nvPr>
        </p:nvSpPr>
        <p:spPr>
          <a:xfrm>
            <a:off x="503283" y="593564"/>
            <a:ext cx="11180681" cy="376905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1600" b="1"/>
            </a:lvl1pPr>
          </a:lstStyle>
          <a:p>
            <a:pPr lvl="0"/>
            <a:r>
              <a:rPr lang="ko-KR" altLang="en-US" dirty="0" smtClean="0"/>
              <a:t>헤드메시지</a:t>
            </a:r>
            <a:endParaRPr lang="ko-KR" altLang="en-US" dirty="0"/>
          </a:p>
        </p:txBody>
      </p:sp>
      <p:sp>
        <p:nvSpPr>
          <p:cNvPr id="12" name="텍스트 개체 틀 8"/>
          <p:cNvSpPr>
            <a:spLocks noGrp="1"/>
          </p:cNvSpPr>
          <p:nvPr>
            <p:ph type="body" sz="quarter" idx="12" hasCustomPrompt="1"/>
          </p:nvPr>
        </p:nvSpPr>
        <p:spPr>
          <a:xfrm>
            <a:off x="5636600" y="6642781"/>
            <a:ext cx="914043" cy="20052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 baseline="0"/>
            </a:lvl1pPr>
          </a:lstStyle>
          <a:p>
            <a:pPr lvl="0"/>
            <a:r>
              <a:rPr lang="en-US" altLang="ko-KR" dirty="0" smtClean="0"/>
              <a:t>? / ?</a:t>
            </a:r>
            <a:endParaRPr lang="ko-KR" altLang="en-US" dirty="0"/>
          </a:p>
        </p:txBody>
      </p:sp>
      <p:sp>
        <p:nvSpPr>
          <p:cNvPr id="13" name="텍스트 개체 틀 5"/>
          <p:cNvSpPr>
            <a:spLocks noGrp="1"/>
          </p:cNvSpPr>
          <p:nvPr>
            <p:ph type="body" sz="quarter" idx="13" hasCustomPrompt="1"/>
          </p:nvPr>
        </p:nvSpPr>
        <p:spPr>
          <a:xfrm>
            <a:off x="217099" y="6460074"/>
            <a:ext cx="11736952" cy="165777"/>
          </a:xfrm>
          <a:prstGeom prst="rect">
            <a:avLst/>
          </a:prstGeom>
        </p:spPr>
        <p:txBody>
          <a:bodyPr tIns="0" bIns="0" anchor="b"/>
          <a:lstStyle>
            <a:lvl1pPr marL="0" indent="0">
              <a:lnSpc>
                <a:spcPct val="100000"/>
              </a:lnSpc>
              <a:buNone/>
              <a:defRPr sz="900"/>
            </a:lvl1pPr>
          </a:lstStyle>
          <a:p>
            <a:r>
              <a:rPr lang="ko-KR" altLang="en-US" sz="900" dirty="0" smtClean="0"/>
              <a:t>주석</a:t>
            </a:r>
            <a:endParaRPr lang="en-US" altLang="ko-KR" sz="900" dirty="0" smtClean="0"/>
          </a:p>
        </p:txBody>
      </p:sp>
    </p:spTree>
    <p:extLst>
      <p:ext uri="{BB962C8B-B14F-4D97-AF65-F5344CB8AC3E}">
        <p14:creationId xmlns:p14="http://schemas.microsoft.com/office/powerpoint/2010/main" val="13909570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mon Report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619108" y="1196754"/>
            <a:ext cx="8949026" cy="1079723"/>
          </a:xfrm>
          <a:noFill/>
          <a:ln w="9525">
            <a:noFill/>
            <a:miter lim="800000"/>
            <a:headEnd/>
            <a:tailEnd/>
          </a:ln>
          <a:extLst/>
        </p:spPr>
        <p:txBody>
          <a:bodyPr wrap="none" lIns="91405" tIns="45703" rIns="91405" bIns="45703"/>
          <a:lstStyle>
            <a:lvl1pPr algn="ctr">
              <a:defRPr lang="en-US" sz="3000" kern="1200" noProof="0" smtClean="0">
                <a:solidFill>
                  <a:schemeClr val="tx1"/>
                </a:solidFill>
                <a:latin typeface="Arial Narrow" panose="020B0606020202030204" pitchFamily="34" charset="0"/>
                <a:ea typeface="돋움" pitchFamily="50" charset="-127"/>
                <a:cs typeface="+mn-cs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 dirty="0" smtClean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001259" y="5300676"/>
            <a:ext cx="184731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lang="en-US" altLang="en-US" sz="1500" b="1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defRPr>
            </a:lvl1pPr>
          </a:lstStyle>
          <a:p>
            <a:pPr marL="230188" indent="-230188" algn="ctr">
              <a:buFont typeface="Wingdings" pitchFamily="2" charset="2"/>
              <a:buNone/>
            </a:pPr>
            <a:endParaRPr dirty="0"/>
          </a:p>
        </p:txBody>
      </p:sp>
      <p:pic>
        <p:nvPicPr>
          <p:cNvPr id="8" name="Picture 15" descr="C:\Users\Administrator\Desktop\BCG\BCG 3.0\로고\LG_CI_3D_RGB_Standard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3212" y="5913438"/>
            <a:ext cx="1281222" cy="73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 descr="D:\Vision task_20180502이후\디자인_0503\영문\영문\세로형_E_1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1640" y="199565"/>
            <a:ext cx="1731754" cy="565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Line 7"/>
          <p:cNvSpPr>
            <a:spLocks noChangeShapeType="1"/>
          </p:cNvSpPr>
          <p:nvPr/>
        </p:nvSpPr>
        <p:spPr bwMode="auto">
          <a:xfrm>
            <a:off x="1657827" y="1996397"/>
            <a:ext cx="88675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>
              <a:solidFill>
                <a:prstClr val="black"/>
              </a:solidFill>
              <a:latin typeface="Arial" charset="0"/>
              <a:ea typeface="돋움" pitchFamily="50" charset="-127"/>
            </a:endParaRP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4778452" y="5661248"/>
            <a:ext cx="262636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30188" indent="-230188" eaLnBrk="0" hangingPunct="0"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9pPr>
          </a:lstStyle>
          <a:p>
            <a:pPr algn="ctr" eaLnBrk="1" hangingPunct="1">
              <a:buFont typeface="Wingdings" pitchFamily="2" charset="2"/>
              <a:buNone/>
            </a:pPr>
            <a:r>
              <a:rPr lang="en-US" altLang="ko-KR" sz="160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CTO SW Center / India SW Lab</a:t>
            </a:r>
            <a:endParaRPr lang="ko-KR" altLang="en-US" sz="160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31139901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 xmlns="">
        <p15:guide id="1" orient="horz" pos="1979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14"/>
          <p:cNvSpPr>
            <a:spLocks noChangeShapeType="1"/>
          </p:cNvSpPr>
          <p:nvPr/>
        </p:nvSpPr>
        <p:spPr bwMode="auto">
          <a:xfrm>
            <a:off x="0" y="476250"/>
            <a:ext cx="121872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400">
              <a:solidFill>
                <a:srgbClr val="000000"/>
              </a:solidFill>
              <a:latin typeface="Arial" charset="0"/>
              <a:ea typeface="돋움" pitchFamily="50" charset="-127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kumimoji="1" lang="en-US" sz="2000" b="1" kern="1200" dirty="0">
                <a:solidFill>
                  <a:prstClr val="black"/>
                </a:solidFill>
                <a:latin typeface="LG스마트체 Regular" panose="020B0600000101010101" pitchFamily="34" charset="-127"/>
                <a:ea typeface="LG스마트체 Regular" panose="020B0600000101010101" pitchFamily="34" charset="-127"/>
                <a:cs typeface="+mn-cs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BD01D8C-8B30-4FD0-92F2-12530C7D0D51}" type="slidenum">
              <a:rPr lang="ru-RU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r>
              <a:rPr lang="en-US" altLang="ko-KR" dirty="0">
                <a:solidFill>
                  <a:srgbClr val="000000"/>
                </a:solidFill>
              </a:rPr>
              <a:t>/13</a:t>
            </a:r>
            <a:endParaRPr lang="ru-RU" altLang="en-US" dirty="0">
              <a:solidFill>
                <a:srgbClr val="000000"/>
              </a:solidFill>
            </a:endParaRPr>
          </a:p>
        </p:txBody>
      </p:sp>
      <p:pic>
        <p:nvPicPr>
          <p:cNvPr id="8" name="Picture 2" descr="D:\Vision task_20180502이후\디자인_0503\영문\영문\세로형_E_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3199" y="6422988"/>
            <a:ext cx="1195840" cy="390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2483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14"/>
          <p:cNvSpPr>
            <a:spLocks noChangeShapeType="1"/>
          </p:cNvSpPr>
          <p:nvPr/>
        </p:nvSpPr>
        <p:spPr bwMode="auto">
          <a:xfrm>
            <a:off x="0" y="476250"/>
            <a:ext cx="121872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400">
              <a:solidFill>
                <a:srgbClr val="000000"/>
              </a:solidFill>
              <a:latin typeface="Arial" charset="0"/>
              <a:ea typeface="돋움" pitchFamily="50" charset="-127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kumimoji="1" lang="en-US" sz="2000" b="1" kern="1200" dirty="0">
                <a:solidFill>
                  <a:prstClr val="black"/>
                </a:solidFill>
                <a:latin typeface="LG스마트체 Regular" panose="020B0600000101010101" pitchFamily="34" charset="-127"/>
                <a:ea typeface="LG스마트체 Regular" panose="020B0600000101010101" pitchFamily="34" charset="-127"/>
                <a:cs typeface="+mn-cs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21FA0FE-D8CE-4C7F-BB69-54F63ED54255}" type="slidenum">
              <a:rPr lang="ru-RU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r>
              <a:rPr lang="en-US" altLang="ko-KR" dirty="0">
                <a:solidFill>
                  <a:srgbClr val="000000"/>
                </a:solidFill>
              </a:rPr>
              <a:t>/13</a:t>
            </a:r>
            <a:endParaRPr lang="ru-RU" altLang="en-US" dirty="0">
              <a:solidFill>
                <a:srgbClr val="000000"/>
              </a:solidFill>
            </a:endParaRPr>
          </a:p>
        </p:txBody>
      </p:sp>
      <p:pic>
        <p:nvPicPr>
          <p:cNvPr id="7" name="Picture 2" descr="D:\Vision task_20180502이후\디자인_0503\영문\영문\세로형_E_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3199" y="6422988"/>
            <a:ext cx="1195840" cy="390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03759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 userDrawn="1"/>
        </p:nvCxnSpPr>
        <p:spPr bwMode="auto">
          <a:xfrm>
            <a:off x="0" y="548680"/>
            <a:ext cx="12187238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91440" y="64008"/>
            <a:ext cx="10479024" cy="402336"/>
          </a:xfrm>
        </p:spPr>
        <p:txBody>
          <a:bodyPr anchor="ctr"/>
          <a:lstStyle>
            <a:lvl1pPr marL="0" indent="0">
              <a:buNone/>
              <a:defRPr kumimoji="1" lang="en-US" sz="2000" b="1" kern="1200" dirty="0">
                <a:solidFill>
                  <a:prstClr val="black"/>
                </a:solidFill>
                <a:latin typeface="LG스마트체 Regular"/>
                <a:ea typeface="LG스마트체 Regular"/>
                <a:cs typeface="+mn-cs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52475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5836176" y="6525356"/>
            <a:ext cx="5148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latinLnBrk="0"/>
            <a:fld id="{5742120A-4607-49A1-A4B2-F91507483BAF}" type="slidenum">
              <a:rPr lang="en-IN" sz="1200" smtClean="0">
                <a:solidFill>
                  <a:srgbClr val="000000"/>
                </a:solidFill>
                <a:latin typeface="Arial Narrow" panose="020B0606020202030204" pitchFamily="34" charset="0"/>
              </a:rPr>
              <a:pPr algn="ctr" latinLnBrk="0"/>
              <a:t>‹#›</a:t>
            </a:fld>
            <a:r>
              <a:rPr lang="en-IN" sz="1200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 / 5</a:t>
            </a:r>
          </a:p>
        </p:txBody>
      </p:sp>
      <p:pic>
        <p:nvPicPr>
          <p:cNvPr id="3" name="Picture 2" descr="D:\Vision task_20180502이후\디자인_0503\영문\영문\세로형_E_1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3199" y="6422988"/>
            <a:ext cx="1195840" cy="390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Line 14"/>
          <p:cNvSpPr>
            <a:spLocks noChangeShapeType="1"/>
          </p:cNvSpPr>
          <p:nvPr userDrawn="1"/>
        </p:nvSpPr>
        <p:spPr bwMode="auto">
          <a:xfrm>
            <a:off x="0" y="534988"/>
            <a:ext cx="121872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latinLnBrk="0"/>
            <a:endParaRPr lang="ko-KR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03109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 hasCustomPrompt="1"/>
          </p:nvPr>
        </p:nvSpPr>
        <p:spPr>
          <a:xfrm>
            <a:off x="217102" y="56148"/>
            <a:ext cx="6333541" cy="402892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dirty="0" smtClean="0"/>
              <a:t>제목</a:t>
            </a:r>
            <a:endParaRPr lang="ko-KR" altLang="en-US" dirty="0"/>
          </a:p>
        </p:txBody>
      </p:sp>
      <p:sp>
        <p:nvSpPr>
          <p:cNvPr id="8" name="텍스트 개체 틀 8"/>
          <p:cNvSpPr>
            <a:spLocks noGrp="1"/>
          </p:cNvSpPr>
          <p:nvPr>
            <p:ph type="body" sz="quarter" idx="10" hasCustomPrompt="1"/>
          </p:nvPr>
        </p:nvSpPr>
        <p:spPr>
          <a:xfrm>
            <a:off x="6630389" y="82141"/>
            <a:ext cx="5339750" cy="376905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1600" b="1"/>
            </a:lvl1pPr>
          </a:lstStyle>
          <a:p>
            <a:pPr lvl="0"/>
            <a:r>
              <a:rPr lang="ko-KR" altLang="en-US" dirty="0" smtClean="0"/>
              <a:t>부제목</a:t>
            </a:r>
            <a:endParaRPr lang="ko-KR" altLang="en-US" dirty="0"/>
          </a:p>
        </p:txBody>
      </p:sp>
      <p:sp>
        <p:nvSpPr>
          <p:cNvPr id="9" name="Line 39"/>
          <p:cNvSpPr>
            <a:spLocks noChangeShapeType="1"/>
          </p:cNvSpPr>
          <p:nvPr userDrawn="1"/>
        </p:nvSpPr>
        <p:spPr bwMode="auto">
          <a:xfrm>
            <a:off x="114417" y="499144"/>
            <a:ext cx="1195840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lIns="91393" tIns="45698" rIns="91393" bIns="45698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solidFill>
                <a:prstClr val="black"/>
              </a:solidFill>
              <a:latin typeface="Arial Narrow"/>
              <a:ea typeface="LG스마트체 Regular"/>
            </a:endParaRPr>
          </a:p>
        </p:txBody>
      </p:sp>
      <p:sp>
        <p:nvSpPr>
          <p:cNvPr id="11" name="텍스트 개체 틀 8"/>
          <p:cNvSpPr>
            <a:spLocks noGrp="1"/>
          </p:cNvSpPr>
          <p:nvPr>
            <p:ph type="body" sz="quarter" idx="11" hasCustomPrompt="1"/>
          </p:nvPr>
        </p:nvSpPr>
        <p:spPr>
          <a:xfrm>
            <a:off x="503283" y="593564"/>
            <a:ext cx="11180681" cy="376905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1600" b="1"/>
            </a:lvl1pPr>
          </a:lstStyle>
          <a:p>
            <a:pPr lvl="0"/>
            <a:r>
              <a:rPr lang="ko-KR" altLang="en-US" dirty="0" smtClean="0"/>
              <a:t>헤드메시지</a:t>
            </a:r>
            <a:endParaRPr lang="ko-KR" altLang="en-US" dirty="0"/>
          </a:p>
        </p:txBody>
      </p:sp>
      <p:sp>
        <p:nvSpPr>
          <p:cNvPr id="12" name="텍스트 개체 틀 8"/>
          <p:cNvSpPr>
            <a:spLocks noGrp="1"/>
          </p:cNvSpPr>
          <p:nvPr>
            <p:ph type="body" sz="quarter" idx="12" hasCustomPrompt="1"/>
          </p:nvPr>
        </p:nvSpPr>
        <p:spPr>
          <a:xfrm>
            <a:off x="5636600" y="6642781"/>
            <a:ext cx="914043" cy="20052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 baseline="0"/>
            </a:lvl1pPr>
          </a:lstStyle>
          <a:p>
            <a:pPr lvl="0"/>
            <a:r>
              <a:rPr lang="en-US" altLang="ko-KR" dirty="0" smtClean="0"/>
              <a:t>? / ?</a:t>
            </a:r>
            <a:endParaRPr lang="ko-KR" altLang="en-US" dirty="0"/>
          </a:p>
        </p:txBody>
      </p:sp>
      <p:sp>
        <p:nvSpPr>
          <p:cNvPr id="13" name="텍스트 개체 틀 5"/>
          <p:cNvSpPr>
            <a:spLocks noGrp="1"/>
          </p:cNvSpPr>
          <p:nvPr>
            <p:ph type="body" sz="quarter" idx="13" hasCustomPrompt="1"/>
          </p:nvPr>
        </p:nvSpPr>
        <p:spPr>
          <a:xfrm>
            <a:off x="217099" y="6460074"/>
            <a:ext cx="11736952" cy="165777"/>
          </a:xfrm>
          <a:prstGeom prst="rect">
            <a:avLst/>
          </a:prstGeom>
        </p:spPr>
        <p:txBody>
          <a:bodyPr tIns="0" bIns="0" anchor="b"/>
          <a:lstStyle>
            <a:lvl1pPr marL="0" indent="0">
              <a:lnSpc>
                <a:spcPct val="100000"/>
              </a:lnSpc>
              <a:buNone/>
              <a:defRPr sz="900"/>
            </a:lvl1pPr>
          </a:lstStyle>
          <a:p>
            <a:r>
              <a:rPr lang="ko-KR" altLang="en-US" sz="900" dirty="0" smtClean="0"/>
              <a:t>주석</a:t>
            </a:r>
            <a:endParaRPr lang="en-US" altLang="ko-KR" sz="900" dirty="0" smtClean="0"/>
          </a:p>
        </p:txBody>
      </p:sp>
    </p:spTree>
    <p:extLst>
      <p:ext uri="{BB962C8B-B14F-4D97-AF65-F5344CB8AC3E}">
        <p14:creationId xmlns:p14="http://schemas.microsoft.com/office/powerpoint/2010/main" val="12814716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mon Report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619108" y="1196754"/>
            <a:ext cx="8949026" cy="1079723"/>
          </a:xfrm>
          <a:noFill/>
          <a:ln w="9525">
            <a:noFill/>
            <a:miter lim="800000"/>
            <a:headEnd/>
            <a:tailEnd/>
          </a:ln>
          <a:extLst/>
        </p:spPr>
        <p:txBody>
          <a:bodyPr wrap="none" lIns="91405" tIns="45703" rIns="91405" bIns="45703"/>
          <a:lstStyle>
            <a:lvl1pPr algn="ctr">
              <a:defRPr lang="en-US" sz="3000" kern="1200" noProof="0" smtClean="0">
                <a:solidFill>
                  <a:schemeClr val="tx1"/>
                </a:solidFill>
                <a:latin typeface="Arial Narrow" panose="020B0606020202030204" pitchFamily="34" charset="0"/>
                <a:ea typeface="돋움" pitchFamily="50" charset="-127"/>
                <a:cs typeface="+mn-cs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 dirty="0" smtClean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001259" y="5300676"/>
            <a:ext cx="184731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lang="en-US" altLang="en-US" sz="1500" b="1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defRPr>
            </a:lvl1pPr>
          </a:lstStyle>
          <a:p>
            <a:pPr marL="230188" indent="-230188" algn="ctr">
              <a:buFont typeface="Wingdings" pitchFamily="2" charset="2"/>
              <a:buNone/>
            </a:pPr>
            <a:endParaRPr dirty="0"/>
          </a:p>
        </p:txBody>
      </p:sp>
      <p:pic>
        <p:nvPicPr>
          <p:cNvPr id="8" name="Picture 15" descr="C:\Users\Administrator\Desktop\BCG\BCG 3.0\로고\LG_CI_3D_RGB_Standard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3212" y="5913438"/>
            <a:ext cx="1281222" cy="73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 descr="D:\Vision task_20180502이후\디자인_0503\영문\영문\세로형_E_1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1640" y="199565"/>
            <a:ext cx="1731754" cy="565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Line 7"/>
          <p:cNvSpPr>
            <a:spLocks noChangeShapeType="1"/>
          </p:cNvSpPr>
          <p:nvPr/>
        </p:nvSpPr>
        <p:spPr bwMode="auto">
          <a:xfrm>
            <a:off x="1657827" y="1996397"/>
            <a:ext cx="88675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>
              <a:solidFill>
                <a:prstClr val="black"/>
              </a:solidFill>
              <a:latin typeface="Arial" charset="0"/>
              <a:ea typeface="돋움" pitchFamily="50" charset="-127"/>
            </a:endParaRP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4778452" y="5661248"/>
            <a:ext cx="262636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30188" indent="-230188" eaLnBrk="0" hangingPunct="0"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9pPr>
          </a:lstStyle>
          <a:p>
            <a:pPr algn="ctr" eaLnBrk="1" hangingPunct="1">
              <a:buFont typeface="Wingdings" pitchFamily="2" charset="2"/>
              <a:buNone/>
            </a:pPr>
            <a:r>
              <a:rPr lang="en-US" altLang="ko-KR" sz="160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CTO SW Center / India SW Lab</a:t>
            </a:r>
            <a:endParaRPr lang="ko-KR" altLang="en-US" sz="160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16952405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="" xmlns:p15="http://schemas.microsoft.com/office/powerpoint/2012/main">
        <p15:guide id="1" orient="horz" pos="1979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14"/>
          <p:cNvSpPr>
            <a:spLocks noChangeShapeType="1"/>
          </p:cNvSpPr>
          <p:nvPr/>
        </p:nvSpPr>
        <p:spPr bwMode="auto">
          <a:xfrm>
            <a:off x="0" y="476250"/>
            <a:ext cx="121872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400">
              <a:solidFill>
                <a:srgbClr val="000000"/>
              </a:solidFill>
              <a:latin typeface="Arial" charset="0"/>
              <a:ea typeface="돋움" pitchFamily="50" charset="-127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kumimoji="1" lang="en-US" sz="2000" b="1" kern="1200" dirty="0">
                <a:solidFill>
                  <a:prstClr val="black"/>
                </a:solidFill>
                <a:latin typeface="LG스마트체 Regular" panose="020B0600000101010101" pitchFamily="34" charset="-127"/>
                <a:ea typeface="LG스마트체 Regular" panose="020B0600000101010101" pitchFamily="34" charset="-127"/>
                <a:cs typeface="+mn-cs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BD01D8C-8B30-4FD0-92F2-12530C7D0D51}" type="slidenum">
              <a:rPr lang="ru-RU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r>
              <a:rPr lang="en-US" altLang="ko-KR" dirty="0">
                <a:solidFill>
                  <a:srgbClr val="000000"/>
                </a:solidFill>
              </a:rPr>
              <a:t>/13</a:t>
            </a:r>
            <a:endParaRPr lang="ru-RU" altLang="en-US" dirty="0">
              <a:solidFill>
                <a:srgbClr val="000000"/>
              </a:solidFill>
            </a:endParaRPr>
          </a:p>
        </p:txBody>
      </p:sp>
      <p:pic>
        <p:nvPicPr>
          <p:cNvPr id="8" name="Picture 2" descr="D:\Vision task_20180502이후\디자인_0503\영문\영문\세로형_E_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3199" y="6422988"/>
            <a:ext cx="1195840" cy="390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57868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14"/>
          <p:cNvSpPr>
            <a:spLocks noChangeShapeType="1"/>
          </p:cNvSpPr>
          <p:nvPr/>
        </p:nvSpPr>
        <p:spPr bwMode="auto">
          <a:xfrm>
            <a:off x="0" y="476250"/>
            <a:ext cx="121872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400">
              <a:solidFill>
                <a:srgbClr val="000000"/>
              </a:solidFill>
              <a:latin typeface="Arial" charset="0"/>
              <a:ea typeface="돋움" pitchFamily="50" charset="-127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kumimoji="1" lang="en-US" sz="2000" b="1" kern="1200" dirty="0">
                <a:solidFill>
                  <a:prstClr val="black"/>
                </a:solidFill>
                <a:latin typeface="LG스마트체 Regular" panose="020B0600000101010101" pitchFamily="34" charset="-127"/>
                <a:ea typeface="LG스마트체 Regular" panose="020B0600000101010101" pitchFamily="34" charset="-127"/>
                <a:cs typeface="+mn-cs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21FA0FE-D8CE-4C7F-BB69-54F63ED54255}" type="slidenum">
              <a:rPr lang="ru-RU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r>
              <a:rPr lang="en-US" altLang="ko-KR" dirty="0">
                <a:solidFill>
                  <a:srgbClr val="000000"/>
                </a:solidFill>
              </a:rPr>
              <a:t>/13</a:t>
            </a:r>
            <a:endParaRPr lang="ru-RU" altLang="en-US" dirty="0">
              <a:solidFill>
                <a:srgbClr val="000000"/>
              </a:solidFill>
            </a:endParaRPr>
          </a:p>
        </p:txBody>
      </p:sp>
      <p:pic>
        <p:nvPicPr>
          <p:cNvPr id="7" name="Picture 2" descr="D:\Vision task_20180502이후\디자인_0503\영문\영문\세로형_E_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3199" y="6422988"/>
            <a:ext cx="1195840" cy="390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41443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 userDrawn="1"/>
        </p:nvCxnSpPr>
        <p:spPr bwMode="auto">
          <a:xfrm>
            <a:off x="0" y="548680"/>
            <a:ext cx="12187238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91440" y="64008"/>
            <a:ext cx="10479024" cy="402336"/>
          </a:xfrm>
        </p:spPr>
        <p:txBody>
          <a:bodyPr anchor="ctr"/>
          <a:lstStyle>
            <a:lvl1pPr marL="0" indent="0">
              <a:buNone/>
              <a:defRPr kumimoji="1" lang="en-US" sz="2000" b="1" kern="1200" dirty="0">
                <a:solidFill>
                  <a:prstClr val="black"/>
                </a:solidFill>
                <a:latin typeface="LG스마트체 Regular"/>
                <a:ea typeface="LG스마트체 Regular"/>
                <a:cs typeface="+mn-cs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50813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:\Vision task_20180502이후\디자인_0503\영문\영문\세로형_E_1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3199" y="6422988"/>
            <a:ext cx="1195840" cy="390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61750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 hasCustomPrompt="1"/>
          </p:nvPr>
        </p:nvSpPr>
        <p:spPr>
          <a:xfrm>
            <a:off x="217102" y="56148"/>
            <a:ext cx="6333541" cy="402892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dirty="0" smtClean="0"/>
              <a:t>제목</a:t>
            </a:r>
            <a:endParaRPr lang="ko-KR" altLang="en-US" dirty="0"/>
          </a:p>
        </p:txBody>
      </p:sp>
      <p:sp>
        <p:nvSpPr>
          <p:cNvPr id="8" name="텍스트 개체 틀 8"/>
          <p:cNvSpPr>
            <a:spLocks noGrp="1"/>
          </p:cNvSpPr>
          <p:nvPr>
            <p:ph type="body" sz="quarter" idx="10" hasCustomPrompt="1"/>
          </p:nvPr>
        </p:nvSpPr>
        <p:spPr>
          <a:xfrm>
            <a:off x="6630389" y="82141"/>
            <a:ext cx="5339750" cy="376905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1600" b="1"/>
            </a:lvl1pPr>
          </a:lstStyle>
          <a:p>
            <a:pPr lvl="0"/>
            <a:r>
              <a:rPr lang="ko-KR" altLang="en-US" dirty="0" smtClean="0"/>
              <a:t>부제목</a:t>
            </a:r>
            <a:endParaRPr lang="ko-KR" altLang="en-US" dirty="0"/>
          </a:p>
        </p:txBody>
      </p:sp>
      <p:sp>
        <p:nvSpPr>
          <p:cNvPr id="9" name="Line 39"/>
          <p:cNvSpPr>
            <a:spLocks noChangeShapeType="1"/>
          </p:cNvSpPr>
          <p:nvPr userDrawn="1"/>
        </p:nvSpPr>
        <p:spPr bwMode="auto">
          <a:xfrm>
            <a:off x="114417" y="499144"/>
            <a:ext cx="1195840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lIns="91393" tIns="45698" rIns="91393" bIns="45698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solidFill>
                <a:prstClr val="black"/>
              </a:solidFill>
              <a:latin typeface="Arial Narrow"/>
              <a:ea typeface="LG스마트체 Regular"/>
            </a:endParaRPr>
          </a:p>
        </p:txBody>
      </p:sp>
      <p:sp>
        <p:nvSpPr>
          <p:cNvPr id="11" name="텍스트 개체 틀 8"/>
          <p:cNvSpPr>
            <a:spLocks noGrp="1"/>
          </p:cNvSpPr>
          <p:nvPr>
            <p:ph type="body" sz="quarter" idx="11" hasCustomPrompt="1"/>
          </p:nvPr>
        </p:nvSpPr>
        <p:spPr>
          <a:xfrm>
            <a:off x="503283" y="593564"/>
            <a:ext cx="11180681" cy="376905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1600" b="1"/>
            </a:lvl1pPr>
          </a:lstStyle>
          <a:p>
            <a:pPr lvl="0"/>
            <a:r>
              <a:rPr lang="ko-KR" altLang="en-US" dirty="0" smtClean="0"/>
              <a:t>헤드메시지</a:t>
            </a:r>
            <a:endParaRPr lang="ko-KR" altLang="en-US" dirty="0"/>
          </a:p>
        </p:txBody>
      </p:sp>
      <p:sp>
        <p:nvSpPr>
          <p:cNvPr id="12" name="텍스트 개체 틀 8"/>
          <p:cNvSpPr>
            <a:spLocks noGrp="1"/>
          </p:cNvSpPr>
          <p:nvPr>
            <p:ph type="body" sz="quarter" idx="12" hasCustomPrompt="1"/>
          </p:nvPr>
        </p:nvSpPr>
        <p:spPr>
          <a:xfrm>
            <a:off x="5636600" y="6642781"/>
            <a:ext cx="914043" cy="20052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 baseline="0"/>
            </a:lvl1pPr>
          </a:lstStyle>
          <a:p>
            <a:pPr lvl="0"/>
            <a:r>
              <a:rPr lang="en-US" altLang="ko-KR" dirty="0" smtClean="0"/>
              <a:t>? / ?</a:t>
            </a:r>
            <a:endParaRPr lang="ko-KR" altLang="en-US" dirty="0"/>
          </a:p>
        </p:txBody>
      </p:sp>
      <p:sp>
        <p:nvSpPr>
          <p:cNvPr id="13" name="텍스트 개체 틀 5"/>
          <p:cNvSpPr>
            <a:spLocks noGrp="1"/>
          </p:cNvSpPr>
          <p:nvPr>
            <p:ph type="body" sz="quarter" idx="13" hasCustomPrompt="1"/>
          </p:nvPr>
        </p:nvSpPr>
        <p:spPr>
          <a:xfrm>
            <a:off x="217099" y="6460074"/>
            <a:ext cx="11736952" cy="165777"/>
          </a:xfrm>
          <a:prstGeom prst="rect">
            <a:avLst/>
          </a:prstGeom>
        </p:spPr>
        <p:txBody>
          <a:bodyPr tIns="0" bIns="0" anchor="b"/>
          <a:lstStyle>
            <a:lvl1pPr marL="0" indent="0">
              <a:lnSpc>
                <a:spcPct val="100000"/>
              </a:lnSpc>
              <a:buNone/>
              <a:defRPr sz="900"/>
            </a:lvl1pPr>
          </a:lstStyle>
          <a:p>
            <a:r>
              <a:rPr lang="ko-KR" altLang="en-US" sz="900" dirty="0" smtClean="0"/>
              <a:t>주석</a:t>
            </a:r>
            <a:endParaRPr lang="en-US" altLang="ko-KR" sz="900" dirty="0" smtClean="0"/>
          </a:p>
        </p:txBody>
      </p:sp>
    </p:spTree>
    <p:extLst>
      <p:ext uri="{BB962C8B-B14F-4D97-AF65-F5344CB8AC3E}">
        <p14:creationId xmlns:p14="http://schemas.microsoft.com/office/powerpoint/2010/main" val="32517828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mon Report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619108" y="1196754"/>
            <a:ext cx="8949026" cy="1079723"/>
          </a:xfrm>
          <a:noFill/>
          <a:ln w="9525">
            <a:noFill/>
            <a:miter lim="800000"/>
            <a:headEnd/>
            <a:tailEnd/>
          </a:ln>
          <a:extLst/>
        </p:spPr>
        <p:txBody>
          <a:bodyPr wrap="none" lIns="91405" tIns="45703" rIns="91405" bIns="45703"/>
          <a:lstStyle>
            <a:lvl1pPr algn="ctr">
              <a:defRPr lang="en-US" sz="3000" kern="1200" noProof="0" smtClean="0">
                <a:solidFill>
                  <a:schemeClr val="tx1"/>
                </a:solidFill>
                <a:latin typeface="Arial Narrow" panose="020B0606020202030204" pitchFamily="34" charset="0"/>
                <a:ea typeface="돋움" pitchFamily="50" charset="-127"/>
                <a:cs typeface="+mn-cs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 dirty="0" smtClean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001259" y="5300676"/>
            <a:ext cx="184731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lang="en-US" altLang="en-US" sz="1500" b="1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defRPr>
            </a:lvl1pPr>
          </a:lstStyle>
          <a:p>
            <a:pPr marL="230188" indent="-230188" algn="ctr">
              <a:buFont typeface="Wingdings" pitchFamily="2" charset="2"/>
              <a:buNone/>
            </a:pPr>
            <a:endParaRPr dirty="0"/>
          </a:p>
        </p:txBody>
      </p:sp>
      <p:pic>
        <p:nvPicPr>
          <p:cNvPr id="8" name="Picture 15" descr="C:\Users\Administrator\Desktop\BCG\BCG 3.0\로고\LG_CI_3D_RGB_Standard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3212" y="5913438"/>
            <a:ext cx="1281222" cy="73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 descr="D:\Vision task_20180502이후\디자인_0503\영문\영문\세로형_E_1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1640" y="199565"/>
            <a:ext cx="1731754" cy="565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Line 7"/>
          <p:cNvSpPr>
            <a:spLocks noChangeShapeType="1"/>
          </p:cNvSpPr>
          <p:nvPr/>
        </p:nvSpPr>
        <p:spPr bwMode="auto">
          <a:xfrm>
            <a:off x="1657827" y="1996397"/>
            <a:ext cx="88675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>
              <a:solidFill>
                <a:prstClr val="black"/>
              </a:solidFill>
              <a:latin typeface="Arial" charset="0"/>
              <a:ea typeface="돋움" pitchFamily="50" charset="-127"/>
            </a:endParaRP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4778452" y="5661248"/>
            <a:ext cx="262636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30188" indent="-230188" eaLnBrk="0" hangingPunct="0"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9pPr>
          </a:lstStyle>
          <a:p>
            <a:pPr algn="ctr" eaLnBrk="1" hangingPunct="1">
              <a:buFont typeface="Wingdings" pitchFamily="2" charset="2"/>
              <a:buNone/>
            </a:pPr>
            <a:r>
              <a:rPr lang="en-US" altLang="ko-KR" sz="160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CTO SW Center / India SW Lab</a:t>
            </a:r>
            <a:endParaRPr lang="ko-KR" altLang="en-US" sz="160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4485284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="" xmlns:p15="http://schemas.microsoft.com/office/powerpoint/2012/main">
        <p15:guide id="1" orient="horz" pos="1979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14"/>
          <p:cNvSpPr>
            <a:spLocks noChangeShapeType="1"/>
          </p:cNvSpPr>
          <p:nvPr/>
        </p:nvSpPr>
        <p:spPr bwMode="auto">
          <a:xfrm>
            <a:off x="0" y="476250"/>
            <a:ext cx="121872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400">
              <a:solidFill>
                <a:srgbClr val="000000"/>
              </a:solidFill>
              <a:latin typeface="Arial" charset="0"/>
              <a:ea typeface="돋움" pitchFamily="50" charset="-127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kumimoji="1" lang="en-US" sz="2000" b="1" kern="1200" dirty="0">
                <a:solidFill>
                  <a:prstClr val="black"/>
                </a:solidFill>
                <a:latin typeface="LG스마트체 Regular" panose="020B0600000101010101" pitchFamily="34" charset="-127"/>
                <a:ea typeface="LG스마트체 Regular" panose="020B0600000101010101" pitchFamily="34" charset="-127"/>
                <a:cs typeface="+mn-cs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BD01D8C-8B30-4FD0-92F2-12530C7D0D51}" type="slidenum">
              <a:rPr lang="ru-RU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r>
              <a:rPr lang="en-US" altLang="ko-KR" dirty="0">
                <a:solidFill>
                  <a:srgbClr val="000000"/>
                </a:solidFill>
              </a:rPr>
              <a:t>/13</a:t>
            </a:r>
            <a:endParaRPr lang="ru-RU" altLang="en-US" dirty="0">
              <a:solidFill>
                <a:srgbClr val="000000"/>
              </a:solidFill>
            </a:endParaRPr>
          </a:p>
        </p:txBody>
      </p:sp>
      <p:pic>
        <p:nvPicPr>
          <p:cNvPr id="8" name="Picture 2" descr="D:\Vision task_20180502이후\디자인_0503\영문\영문\세로형_E_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3199" y="6422988"/>
            <a:ext cx="1195840" cy="390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0310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14"/>
          <p:cNvSpPr>
            <a:spLocks noChangeShapeType="1"/>
          </p:cNvSpPr>
          <p:nvPr/>
        </p:nvSpPr>
        <p:spPr bwMode="auto">
          <a:xfrm>
            <a:off x="0" y="476250"/>
            <a:ext cx="121872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400">
              <a:solidFill>
                <a:srgbClr val="000000"/>
              </a:solidFill>
              <a:latin typeface="Arial" charset="0"/>
              <a:ea typeface="돋움" pitchFamily="50" charset="-127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kumimoji="1" lang="en-US" sz="2000" b="1" kern="1200" dirty="0">
                <a:solidFill>
                  <a:prstClr val="black"/>
                </a:solidFill>
                <a:latin typeface="LG스마트체 Regular" panose="020B0600000101010101" pitchFamily="34" charset="-127"/>
                <a:ea typeface="LG스마트체 Regular" panose="020B0600000101010101" pitchFamily="34" charset="-127"/>
                <a:cs typeface="+mn-cs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21FA0FE-D8CE-4C7F-BB69-54F63ED54255}" type="slidenum">
              <a:rPr lang="ru-RU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r>
              <a:rPr lang="en-US" altLang="ko-KR" dirty="0">
                <a:solidFill>
                  <a:srgbClr val="000000"/>
                </a:solidFill>
              </a:rPr>
              <a:t>/13</a:t>
            </a:r>
            <a:endParaRPr lang="ru-RU" altLang="en-US" dirty="0">
              <a:solidFill>
                <a:srgbClr val="000000"/>
              </a:solidFill>
            </a:endParaRPr>
          </a:p>
        </p:txBody>
      </p:sp>
      <p:pic>
        <p:nvPicPr>
          <p:cNvPr id="7" name="Picture 2" descr="D:\Vision task_20180502이후\디자인_0503\영문\영문\세로형_E_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3199" y="6422988"/>
            <a:ext cx="1195840" cy="390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54822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 userDrawn="1"/>
        </p:nvCxnSpPr>
        <p:spPr bwMode="auto">
          <a:xfrm>
            <a:off x="0" y="548680"/>
            <a:ext cx="12187238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91440" y="64008"/>
            <a:ext cx="10479024" cy="402336"/>
          </a:xfrm>
        </p:spPr>
        <p:txBody>
          <a:bodyPr anchor="ctr"/>
          <a:lstStyle>
            <a:lvl1pPr marL="0" indent="0">
              <a:buNone/>
              <a:defRPr kumimoji="1" lang="en-US" sz="2000" b="1" kern="1200" dirty="0">
                <a:solidFill>
                  <a:prstClr val="black"/>
                </a:solidFill>
                <a:latin typeface="LG스마트체 Regular"/>
                <a:ea typeface="LG스마트체 Regular"/>
                <a:cs typeface="+mn-cs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5586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:\Vision task_20180502이후\디자인_0503\영문\영문\세로형_E_1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3199" y="6422988"/>
            <a:ext cx="1195840" cy="390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28239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 hasCustomPrompt="1"/>
          </p:nvPr>
        </p:nvSpPr>
        <p:spPr>
          <a:xfrm>
            <a:off x="217102" y="56148"/>
            <a:ext cx="6333541" cy="402892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dirty="0" smtClean="0"/>
              <a:t>제목</a:t>
            </a:r>
            <a:endParaRPr lang="ko-KR" altLang="en-US" dirty="0"/>
          </a:p>
        </p:txBody>
      </p:sp>
      <p:sp>
        <p:nvSpPr>
          <p:cNvPr id="8" name="텍스트 개체 틀 8"/>
          <p:cNvSpPr>
            <a:spLocks noGrp="1"/>
          </p:cNvSpPr>
          <p:nvPr>
            <p:ph type="body" sz="quarter" idx="10" hasCustomPrompt="1"/>
          </p:nvPr>
        </p:nvSpPr>
        <p:spPr>
          <a:xfrm>
            <a:off x="6630389" y="82141"/>
            <a:ext cx="5339750" cy="376905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1600" b="1"/>
            </a:lvl1pPr>
          </a:lstStyle>
          <a:p>
            <a:pPr lvl="0"/>
            <a:r>
              <a:rPr lang="ko-KR" altLang="en-US" dirty="0" smtClean="0"/>
              <a:t>부제목</a:t>
            </a:r>
            <a:endParaRPr lang="ko-KR" altLang="en-US" dirty="0"/>
          </a:p>
        </p:txBody>
      </p:sp>
      <p:sp>
        <p:nvSpPr>
          <p:cNvPr id="9" name="Line 39"/>
          <p:cNvSpPr>
            <a:spLocks noChangeShapeType="1"/>
          </p:cNvSpPr>
          <p:nvPr userDrawn="1"/>
        </p:nvSpPr>
        <p:spPr bwMode="auto">
          <a:xfrm>
            <a:off x="114417" y="499144"/>
            <a:ext cx="1195840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lIns="91393" tIns="45698" rIns="91393" bIns="45698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solidFill>
                <a:prstClr val="black"/>
              </a:solidFill>
              <a:latin typeface="Arial Narrow"/>
              <a:ea typeface="LG스마트체 Regular"/>
            </a:endParaRPr>
          </a:p>
        </p:txBody>
      </p:sp>
      <p:sp>
        <p:nvSpPr>
          <p:cNvPr id="11" name="텍스트 개체 틀 8"/>
          <p:cNvSpPr>
            <a:spLocks noGrp="1"/>
          </p:cNvSpPr>
          <p:nvPr>
            <p:ph type="body" sz="quarter" idx="11" hasCustomPrompt="1"/>
          </p:nvPr>
        </p:nvSpPr>
        <p:spPr>
          <a:xfrm>
            <a:off x="503283" y="593564"/>
            <a:ext cx="11180681" cy="376905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1600" b="1"/>
            </a:lvl1pPr>
          </a:lstStyle>
          <a:p>
            <a:pPr lvl="0"/>
            <a:r>
              <a:rPr lang="ko-KR" altLang="en-US" dirty="0" smtClean="0"/>
              <a:t>헤드메시지</a:t>
            </a:r>
            <a:endParaRPr lang="ko-KR" altLang="en-US" dirty="0"/>
          </a:p>
        </p:txBody>
      </p:sp>
      <p:sp>
        <p:nvSpPr>
          <p:cNvPr id="12" name="텍스트 개체 틀 8"/>
          <p:cNvSpPr>
            <a:spLocks noGrp="1"/>
          </p:cNvSpPr>
          <p:nvPr>
            <p:ph type="body" sz="quarter" idx="12" hasCustomPrompt="1"/>
          </p:nvPr>
        </p:nvSpPr>
        <p:spPr>
          <a:xfrm>
            <a:off x="5636600" y="6642781"/>
            <a:ext cx="914043" cy="20052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 baseline="0"/>
            </a:lvl1pPr>
          </a:lstStyle>
          <a:p>
            <a:pPr lvl="0"/>
            <a:r>
              <a:rPr lang="en-US" altLang="ko-KR" dirty="0" smtClean="0"/>
              <a:t>? / ?</a:t>
            </a:r>
            <a:endParaRPr lang="ko-KR" altLang="en-US" dirty="0"/>
          </a:p>
        </p:txBody>
      </p:sp>
      <p:sp>
        <p:nvSpPr>
          <p:cNvPr id="13" name="텍스트 개체 틀 5"/>
          <p:cNvSpPr>
            <a:spLocks noGrp="1"/>
          </p:cNvSpPr>
          <p:nvPr>
            <p:ph type="body" sz="quarter" idx="13" hasCustomPrompt="1"/>
          </p:nvPr>
        </p:nvSpPr>
        <p:spPr>
          <a:xfrm>
            <a:off x="217099" y="6460074"/>
            <a:ext cx="11736952" cy="165777"/>
          </a:xfrm>
          <a:prstGeom prst="rect">
            <a:avLst/>
          </a:prstGeom>
        </p:spPr>
        <p:txBody>
          <a:bodyPr tIns="0" bIns="0" anchor="b"/>
          <a:lstStyle>
            <a:lvl1pPr marL="0" indent="0">
              <a:lnSpc>
                <a:spcPct val="100000"/>
              </a:lnSpc>
              <a:buNone/>
              <a:defRPr sz="900"/>
            </a:lvl1pPr>
          </a:lstStyle>
          <a:p>
            <a:r>
              <a:rPr lang="ko-KR" altLang="en-US" sz="900" dirty="0" smtClean="0"/>
              <a:t>주석</a:t>
            </a:r>
            <a:endParaRPr lang="en-US" altLang="ko-KR" sz="900" dirty="0" smtClean="0"/>
          </a:p>
        </p:txBody>
      </p:sp>
    </p:spTree>
    <p:extLst>
      <p:ext uri="{BB962C8B-B14F-4D97-AF65-F5344CB8AC3E}">
        <p14:creationId xmlns:p14="http://schemas.microsoft.com/office/powerpoint/2010/main" val="19407473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4803184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7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8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7" Type="http://schemas.openxmlformats.org/officeDocument/2006/relationships/theme" Target="../theme/theme5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theme" Target="../theme/theme6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7" Type="http://schemas.openxmlformats.org/officeDocument/2006/relationships/theme" Target="../theme/theme7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2.xml"/><Relationship Id="rId7" Type="http://schemas.openxmlformats.org/officeDocument/2006/relationships/theme" Target="../theme/theme8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5" Type="http://schemas.openxmlformats.org/officeDocument/2006/relationships/slideLayout" Target="../slideLayouts/slideLayout34.xml"/><Relationship Id="rId4" Type="http://schemas.openxmlformats.org/officeDocument/2006/relationships/slideLayout" Target="../slideLayouts/slideLayout33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8.xml"/><Relationship Id="rId7" Type="http://schemas.openxmlformats.org/officeDocument/2006/relationships/theme" Target="../theme/theme9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5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9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4.xml"/><Relationship Id="rId7" Type="http://schemas.openxmlformats.org/officeDocument/2006/relationships/theme" Target="../theme/theme10.xml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5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0.xml"/><Relationship Id="rId7" Type="http://schemas.openxmlformats.org/officeDocument/2006/relationships/theme" Target="../theme/theme11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2.xml"/><Relationship Id="rId4" Type="http://schemas.openxmlformats.org/officeDocument/2006/relationships/slideLayout" Target="../slideLayouts/slideLayout51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5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044" y="609600"/>
            <a:ext cx="10359152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044" y="1981200"/>
            <a:ext cx="10359152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</a:p>
        </p:txBody>
      </p:sp>
      <p:sp>
        <p:nvSpPr>
          <p:cNvPr id="1033" name="Text Box 9"/>
          <p:cNvSpPr txBox="1">
            <a:spLocks noChangeArrowheads="1"/>
          </p:cNvSpPr>
          <p:nvPr userDrawn="1"/>
        </p:nvSpPr>
        <p:spPr bwMode="auto">
          <a:xfrm>
            <a:off x="5177624" y="19063"/>
            <a:ext cx="1460656" cy="246221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chemeClr val="bg1">
                    <a:lumMod val="75000"/>
                  </a:schemeClr>
                </a:solidFill>
                <a:latin typeface="Arial" charset="0"/>
              </a:rPr>
              <a:t>LGE Internal Use Only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723" r:id="rId3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Arial Narrow" panose="020B0606020202030204" pitchFamily="34" charset="0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Arial Narrow" panose="020B0606020202030204" pitchFamily="34" charset="0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Arial Narrow" panose="020B0606020202030204" pitchFamily="34" charset="0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Arial Narrow" panose="020B0606020202030204" pitchFamily="34" charset="0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Arial Narrow" panose="020B0606020202030204" pitchFamily="34" charset="0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3"/>
            <a:ext cx="11142339" cy="44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3333CC"/>
                    </a:gs>
                    <a:gs pos="100000">
                      <a:srgbClr val="18185E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969" tIns="48984" rIns="97969" bIns="4898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 smtClean="0"/>
              <a:t>Click to edit Master title style</a:t>
            </a:r>
            <a:endParaRPr lang="ru-RU" altLang="en-US" dirty="0" smtClean="0"/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6490" y="549280"/>
            <a:ext cx="11970445" cy="583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Click to edit Master text styles</a:t>
            </a:r>
          </a:p>
          <a:p>
            <a:pPr lvl="1"/>
            <a:r>
              <a:rPr lang="en-US" altLang="ko-KR" dirty="0" smtClean="0"/>
              <a:t>Second level</a:t>
            </a:r>
          </a:p>
          <a:p>
            <a:pPr lvl="2"/>
            <a:r>
              <a:rPr lang="en-US" altLang="ko-KR" dirty="0" smtClean="0"/>
              <a:t>Third level</a:t>
            </a:r>
          </a:p>
          <a:p>
            <a:pPr lvl="3"/>
            <a:r>
              <a:rPr lang="en-US" altLang="ko-KR" dirty="0" smtClean="0"/>
              <a:t>Fourth level</a:t>
            </a:r>
          </a:p>
          <a:p>
            <a:pPr lvl="4"/>
            <a:r>
              <a:rPr lang="en-US" altLang="ko-KR" dirty="0" smtClean="0"/>
              <a:t>Fifth level</a:t>
            </a:r>
            <a:endParaRPr lang="en-US" altLang="en-US" dirty="0" smtClean="0"/>
          </a:p>
        </p:txBody>
      </p:sp>
      <p:sp>
        <p:nvSpPr>
          <p:cNvPr id="57349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232332" y="6628663"/>
            <a:ext cx="3722576" cy="2317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8570" tIns="38570" rIns="38570" bIns="38570" numCol="1" anchor="t" anchorCtr="0" compatLnSpc="1">
            <a:prstTxWarp prst="textNoShape">
              <a:avLst/>
            </a:prstTxWarp>
            <a:spAutoFit/>
          </a:bodyPr>
          <a:lstStyle>
            <a:lvl1pPr algn="ctr" defTabSz="979488">
              <a:defRPr kumimoji="1" sz="1000" smtClean="0">
                <a:latin typeface="Arial Narrow" panose="020B0606020202030204" pitchFamily="34" charset="0"/>
                <a:cs typeface="Times New Roman" pitchFamily="18" charset="0"/>
              </a:defRPr>
            </a:lvl1pPr>
          </a:lstStyle>
          <a:p>
            <a:pPr>
              <a:defRPr/>
            </a:pPr>
            <a:fld id="{C44BB140-AC54-4FDF-A512-D09A5773EEF6}" type="slidenum">
              <a:rPr lang="ru-RU" altLang="en-US">
                <a:solidFill>
                  <a:srgbClr val="000000"/>
                </a:solidFill>
                <a:ea typeface="돋움" pitchFamily="50" charset="-127"/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000000"/>
                </a:solidFill>
                <a:ea typeface="돋움" pitchFamily="50" charset="-127"/>
              </a:rPr>
              <a:t>/Total page (excluding Appendix)</a:t>
            </a:r>
            <a:endParaRPr lang="ru-RU" altLang="en-US">
              <a:solidFill>
                <a:srgbClr val="000000"/>
              </a:solidFill>
              <a:ea typeface="돋움" pitchFamily="50" charset="-127"/>
            </a:endParaRPr>
          </a:p>
        </p:txBody>
      </p:sp>
      <p:sp>
        <p:nvSpPr>
          <p:cNvPr id="9" name="직사각형 17"/>
          <p:cNvSpPr/>
          <p:nvPr userDrawn="1"/>
        </p:nvSpPr>
        <p:spPr>
          <a:xfrm>
            <a:off x="4951293" y="125413"/>
            <a:ext cx="1864613" cy="33855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600" dirty="0">
                <a:solidFill>
                  <a:srgbClr val="FFFFFF">
                    <a:lumMod val="75000"/>
                  </a:srgbClr>
                </a:solidFill>
                <a:latin typeface="Arial Narrow" panose="020B0606020202030204" pitchFamily="34" charset="0"/>
                <a:ea typeface="돋움" pitchFamily="50" charset="-127"/>
              </a:rPr>
              <a:t>LGE Internal Use Only</a:t>
            </a:r>
            <a:endParaRPr lang="ko-KR" altLang="en-US" sz="1600" dirty="0">
              <a:solidFill>
                <a:srgbClr val="FFFFFF">
                  <a:lumMod val="75000"/>
                </a:srgbClr>
              </a:solidFill>
              <a:latin typeface="Arial Narrow" panose="020B0606020202030204" pitchFamily="34" charset="0"/>
              <a:ea typeface="돋움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93750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9" r:id="rId4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79488" rtl="0" eaLnBrk="1" fontAlgn="base" latinLnBrk="1" hangingPunct="1">
        <a:spcBef>
          <a:spcPct val="0"/>
        </a:spcBef>
        <a:spcAft>
          <a:spcPct val="0"/>
        </a:spcAft>
        <a:defRPr kumimoji="1" sz="2000" b="1">
          <a:solidFill>
            <a:srgbClr val="000000"/>
          </a:solidFill>
          <a:latin typeface="Arial Narrow" panose="020B0606020202030204" pitchFamily="34" charset="0"/>
          <a:ea typeface="+mj-ea"/>
          <a:cs typeface="+mj-cs"/>
        </a:defRPr>
      </a:lvl1pPr>
      <a:lvl2pPr algn="l" defTabSz="979488" rtl="0" eaLnBrk="1" fontAlgn="base" latinLnBrk="1" hangingPunct="1">
        <a:spcBef>
          <a:spcPct val="0"/>
        </a:spcBef>
        <a:spcAft>
          <a:spcPct val="0"/>
        </a:spcAft>
        <a:defRPr kumimoji="1" b="1">
          <a:solidFill>
            <a:srgbClr val="000000"/>
          </a:solidFill>
          <a:latin typeface="Tahoma" pitchFamily="34" charset="0"/>
          <a:cs typeface="Arial" charset="0"/>
        </a:defRPr>
      </a:lvl2pPr>
      <a:lvl3pPr algn="l" defTabSz="979488" rtl="0" eaLnBrk="1" fontAlgn="base" latinLnBrk="1" hangingPunct="1">
        <a:spcBef>
          <a:spcPct val="0"/>
        </a:spcBef>
        <a:spcAft>
          <a:spcPct val="0"/>
        </a:spcAft>
        <a:defRPr kumimoji="1" b="1">
          <a:solidFill>
            <a:srgbClr val="000000"/>
          </a:solidFill>
          <a:latin typeface="Tahoma" pitchFamily="34" charset="0"/>
          <a:cs typeface="Arial" charset="0"/>
        </a:defRPr>
      </a:lvl3pPr>
      <a:lvl4pPr algn="l" defTabSz="979488" rtl="0" eaLnBrk="1" fontAlgn="base" latinLnBrk="1" hangingPunct="1">
        <a:spcBef>
          <a:spcPct val="0"/>
        </a:spcBef>
        <a:spcAft>
          <a:spcPct val="0"/>
        </a:spcAft>
        <a:defRPr kumimoji="1" b="1">
          <a:solidFill>
            <a:srgbClr val="000000"/>
          </a:solidFill>
          <a:latin typeface="Tahoma" pitchFamily="34" charset="0"/>
          <a:cs typeface="Arial" charset="0"/>
        </a:defRPr>
      </a:lvl4pPr>
      <a:lvl5pPr algn="l" defTabSz="979488" rtl="0" eaLnBrk="1" fontAlgn="base" latinLnBrk="1" hangingPunct="1">
        <a:spcBef>
          <a:spcPct val="0"/>
        </a:spcBef>
        <a:spcAft>
          <a:spcPct val="0"/>
        </a:spcAft>
        <a:defRPr kumimoji="1" b="1">
          <a:solidFill>
            <a:srgbClr val="000000"/>
          </a:solidFill>
          <a:latin typeface="Tahoma" pitchFamily="34" charset="0"/>
          <a:cs typeface="Arial" charset="0"/>
        </a:defRPr>
      </a:lvl5pPr>
      <a:lvl6pPr marL="457200" algn="l" defTabSz="979488" rtl="0" eaLnBrk="1" fontAlgn="base" latinLnBrk="1" hangingPunct="1">
        <a:spcBef>
          <a:spcPct val="0"/>
        </a:spcBef>
        <a:spcAft>
          <a:spcPct val="0"/>
        </a:spcAft>
        <a:defRPr kumimoji="1" sz="2000" b="1">
          <a:solidFill>
            <a:srgbClr val="000000"/>
          </a:solidFill>
          <a:latin typeface="Tahoma" pitchFamily="34" charset="0"/>
          <a:cs typeface="Arial" charset="0"/>
        </a:defRPr>
      </a:lvl6pPr>
      <a:lvl7pPr marL="914400" algn="l" defTabSz="979488" rtl="0" eaLnBrk="1" fontAlgn="base" latinLnBrk="1" hangingPunct="1">
        <a:spcBef>
          <a:spcPct val="0"/>
        </a:spcBef>
        <a:spcAft>
          <a:spcPct val="0"/>
        </a:spcAft>
        <a:defRPr kumimoji="1" sz="2000" b="1">
          <a:solidFill>
            <a:srgbClr val="000000"/>
          </a:solidFill>
          <a:latin typeface="Tahoma" pitchFamily="34" charset="0"/>
          <a:cs typeface="Arial" charset="0"/>
        </a:defRPr>
      </a:lvl7pPr>
      <a:lvl8pPr marL="1371600" algn="l" defTabSz="979488" rtl="0" eaLnBrk="1" fontAlgn="base" latinLnBrk="1" hangingPunct="1">
        <a:spcBef>
          <a:spcPct val="0"/>
        </a:spcBef>
        <a:spcAft>
          <a:spcPct val="0"/>
        </a:spcAft>
        <a:defRPr kumimoji="1" sz="2000" b="1">
          <a:solidFill>
            <a:srgbClr val="000000"/>
          </a:solidFill>
          <a:latin typeface="Tahoma" pitchFamily="34" charset="0"/>
          <a:cs typeface="Arial" charset="0"/>
        </a:defRPr>
      </a:lvl8pPr>
      <a:lvl9pPr marL="1828800" algn="l" defTabSz="979488" rtl="0" eaLnBrk="1" fontAlgn="base" latinLnBrk="1" hangingPunct="1">
        <a:spcBef>
          <a:spcPct val="0"/>
        </a:spcBef>
        <a:spcAft>
          <a:spcPct val="0"/>
        </a:spcAft>
        <a:defRPr kumimoji="1" sz="2000" b="1">
          <a:solidFill>
            <a:srgbClr val="000000"/>
          </a:solidFill>
          <a:latin typeface="Tahoma" pitchFamily="34" charset="0"/>
          <a:cs typeface="Arial" charset="0"/>
        </a:defRPr>
      </a:lvl9pPr>
    </p:titleStyle>
    <p:bodyStyle>
      <a:lvl1pPr marL="88900" indent="-88900" algn="l" defTabSz="979488" rtl="0" eaLnBrk="1" fontAlgn="base" hangingPunct="1">
        <a:spcBef>
          <a:spcPct val="20000"/>
        </a:spcBef>
        <a:spcAft>
          <a:spcPct val="20000"/>
        </a:spcAft>
        <a:buChar char="•"/>
        <a:defRPr kumimoji="1" sz="1200" b="1">
          <a:solidFill>
            <a:schemeClr val="tx1"/>
          </a:solidFill>
          <a:latin typeface="Arial Narrow" panose="020B0606020202030204" pitchFamily="34" charset="0"/>
          <a:ea typeface="+mn-ea"/>
          <a:cs typeface="+mn-cs"/>
        </a:defRPr>
      </a:lvl1pPr>
      <a:lvl2pPr marL="447675" indent="-179388" algn="l" defTabSz="979488" rtl="0" eaLnBrk="1" fontAlgn="base" hangingPunct="1">
        <a:spcBef>
          <a:spcPct val="20000"/>
        </a:spcBef>
        <a:spcAft>
          <a:spcPct val="20000"/>
        </a:spcAft>
        <a:buFont typeface="Symbol" pitchFamily="18" charset="2"/>
        <a:buChar char="-"/>
        <a:defRPr kumimoji="1" sz="1200" b="1">
          <a:solidFill>
            <a:schemeClr val="tx1"/>
          </a:solidFill>
          <a:latin typeface="Arial Narrow" panose="020B0606020202030204" pitchFamily="34" charset="0"/>
          <a:ea typeface="+mn-ea"/>
          <a:cs typeface="+mn-cs"/>
        </a:defRPr>
      </a:lvl2pPr>
      <a:lvl3pPr marL="809625" indent="-182563" algn="l" defTabSz="979488" rtl="0" eaLnBrk="1" fontAlgn="base" hangingPunct="1">
        <a:spcBef>
          <a:spcPct val="20000"/>
        </a:spcBef>
        <a:spcAft>
          <a:spcPct val="20000"/>
        </a:spcAft>
        <a:buFont typeface="Arial" charset="0"/>
        <a:buChar char="•"/>
        <a:defRPr kumimoji="1" sz="1000">
          <a:solidFill>
            <a:schemeClr val="tx1"/>
          </a:solidFill>
          <a:latin typeface="Arial Narrow" panose="020B0606020202030204" pitchFamily="34" charset="0"/>
          <a:ea typeface="+mn-ea"/>
          <a:cs typeface="+mn-cs"/>
        </a:defRPr>
      </a:lvl3pPr>
      <a:lvl4pPr marL="1171575" indent="-182563" algn="l" defTabSz="979488" rtl="0" eaLnBrk="1" fontAlgn="base" hangingPunct="1">
        <a:spcBef>
          <a:spcPct val="20000"/>
        </a:spcBef>
        <a:spcAft>
          <a:spcPct val="20000"/>
        </a:spcAft>
        <a:buFont typeface="Symbol" pitchFamily="18" charset="2"/>
        <a:buChar char="-"/>
        <a:defRPr kumimoji="1" sz="1000">
          <a:solidFill>
            <a:srgbClr val="000000"/>
          </a:solidFill>
          <a:latin typeface="Arial Narrow" panose="020B0606020202030204" pitchFamily="34" charset="0"/>
          <a:ea typeface="+mn-ea"/>
          <a:cs typeface="+mn-cs"/>
        </a:defRPr>
      </a:lvl4pPr>
      <a:lvl5pPr marL="1528763" indent="-177800" algn="l" defTabSz="979488" rtl="0" eaLnBrk="1" fontAlgn="base" hangingPunct="1">
        <a:spcBef>
          <a:spcPct val="20000"/>
        </a:spcBef>
        <a:spcAft>
          <a:spcPct val="20000"/>
        </a:spcAft>
        <a:buFont typeface="Symbol" pitchFamily="18" charset="2"/>
        <a:buChar char="-"/>
        <a:defRPr kumimoji="1" sz="1000">
          <a:solidFill>
            <a:srgbClr val="000000"/>
          </a:solidFill>
          <a:latin typeface="Arial Narrow" panose="020B0606020202030204" pitchFamily="34" charset="0"/>
          <a:ea typeface="+mn-ea"/>
          <a:cs typeface="+mn-cs"/>
        </a:defRPr>
      </a:lvl5pPr>
      <a:lvl6pPr marL="1985963" indent="-177800" algn="l" defTabSz="979488" rtl="0" eaLnBrk="1" fontAlgn="base" hangingPunct="1">
        <a:spcBef>
          <a:spcPct val="20000"/>
        </a:spcBef>
        <a:spcAft>
          <a:spcPct val="20000"/>
        </a:spcAft>
        <a:buFont typeface="Symbol" pitchFamily="18" charset="2"/>
        <a:buChar char="-"/>
        <a:defRPr kumimoji="1" sz="1000">
          <a:solidFill>
            <a:srgbClr val="000000"/>
          </a:solidFill>
          <a:latin typeface="+mn-lt"/>
          <a:ea typeface="+mn-ea"/>
          <a:cs typeface="+mn-cs"/>
        </a:defRPr>
      </a:lvl6pPr>
      <a:lvl7pPr marL="2443163" indent="-177800" algn="l" defTabSz="979488" rtl="0" eaLnBrk="1" fontAlgn="base" hangingPunct="1">
        <a:spcBef>
          <a:spcPct val="20000"/>
        </a:spcBef>
        <a:spcAft>
          <a:spcPct val="20000"/>
        </a:spcAft>
        <a:buFont typeface="Symbol" pitchFamily="18" charset="2"/>
        <a:buChar char="-"/>
        <a:defRPr kumimoji="1" sz="1000">
          <a:solidFill>
            <a:srgbClr val="000000"/>
          </a:solidFill>
          <a:latin typeface="+mn-lt"/>
          <a:ea typeface="+mn-ea"/>
          <a:cs typeface="+mn-cs"/>
        </a:defRPr>
      </a:lvl7pPr>
      <a:lvl8pPr marL="2900363" indent="-177800" algn="l" defTabSz="979488" rtl="0" eaLnBrk="1" fontAlgn="base" hangingPunct="1">
        <a:spcBef>
          <a:spcPct val="20000"/>
        </a:spcBef>
        <a:spcAft>
          <a:spcPct val="20000"/>
        </a:spcAft>
        <a:buFont typeface="Symbol" pitchFamily="18" charset="2"/>
        <a:buChar char="-"/>
        <a:defRPr kumimoji="1" sz="1000">
          <a:solidFill>
            <a:srgbClr val="000000"/>
          </a:solidFill>
          <a:latin typeface="+mn-lt"/>
          <a:ea typeface="+mn-ea"/>
          <a:cs typeface="+mn-cs"/>
        </a:defRPr>
      </a:lvl8pPr>
      <a:lvl9pPr marL="3357563" indent="-177800" algn="l" defTabSz="979488" rtl="0" eaLnBrk="1" fontAlgn="base" hangingPunct="1">
        <a:spcBef>
          <a:spcPct val="20000"/>
        </a:spcBef>
        <a:spcAft>
          <a:spcPct val="20000"/>
        </a:spcAft>
        <a:buFont typeface="Symbol" pitchFamily="18" charset="2"/>
        <a:buChar char="-"/>
        <a:defRPr kumimoji="1" sz="10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="" xmlns:p15="http://schemas.microsoft.com/office/powerpoint/2012/main">
        <p15:guide id="1" orient="horz" pos="2160">
          <p15:clr>
            <a:srgbClr val="F26B43"/>
          </p15:clr>
        </p15:guide>
        <p15:guide id="2" pos="312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044" y="609600"/>
            <a:ext cx="10359152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smtClean="0"/>
              <a:t>마스터 제목 스타일 편집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044" y="1981200"/>
            <a:ext cx="10359152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</a:p>
        </p:txBody>
      </p:sp>
      <p:sp>
        <p:nvSpPr>
          <p:cNvPr id="1033" name="Text Box 9"/>
          <p:cNvSpPr txBox="1">
            <a:spLocks noChangeArrowheads="1"/>
          </p:cNvSpPr>
          <p:nvPr userDrawn="1"/>
        </p:nvSpPr>
        <p:spPr bwMode="auto">
          <a:xfrm>
            <a:off x="5177624" y="19063"/>
            <a:ext cx="1460656" cy="246221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FFFFFF">
                    <a:lumMod val="75000"/>
                  </a:srgbClr>
                </a:solidFill>
                <a:latin typeface="Arial" charset="0"/>
              </a:rPr>
              <a:t>LGE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700837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Arial Narrow" panose="020B0606020202030204" pitchFamily="34" charset="0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Arial Narrow" panose="020B0606020202030204" pitchFamily="34" charset="0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Arial Narrow" panose="020B0606020202030204" pitchFamily="34" charset="0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Arial Narrow" panose="020B0606020202030204" pitchFamily="34" charset="0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Arial Narrow" panose="020B0606020202030204" pitchFamily="34" charset="0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044" y="609600"/>
            <a:ext cx="10359152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044" y="1981200"/>
            <a:ext cx="10359152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1033" name="Text Box 9"/>
          <p:cNvSpPr txBox="1">
            <a:spLocks noChangeArrowheads="1"/>
          </p:cNvSpPr>
          <p:nvPr/>
        </p:nvSpPr>
        <p:spPr bwMode="auto">
          <a:xfrm>
            <a:off x="5177624" y="19061"/>
            <a:ext cx="1460656" cy="246221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FFFFFF">
                    <a:lumMod val="75000"/>
                  </a:srgbClr>
                </a:solidFill>
                <a:latin typeface="Arial" charset="0"/>
                <a:ea typeface="굴림"/>
              </a:rPr>
              <a:t>LGE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028943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3"/>
            <a:ext cx="11142339" cy="44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3333CC"/>
                    </a:gs>
                    <a:gs pos="100000">
                      <a:srgbClr val="18185E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969" tIns="48984" rIns="97969" bIns="4898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 smtClean="0"/>
              <a:t>Click to edit Master title style</a:t>
            </a:r>
            <a:endParaRPr lang="ru-RU" altLang="en-US" dirty="0" smtClean="0"/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6490" y="549280"/>
            <a:ext cx="11970445" cy="583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Click to edit Master text styles</a:t>
            </a:r>
          </a:p>
          <a:p>
            <a:pPr lvl="1"/>
            <a:r>
              <a:rPr lang="en-US" altLang="ko-KR" dirty="0" smtClean="0"/>
              <a:t>Second level</a:t>
            </a:r>
          </a:p>
          <a:p>
            <a:pPr lvl="2"/>
            <a:r>
              <a:rPr lang="en-US" altLang="ko-KR" dirty="0" smtClean="0"/>
              <a:t>Third level</a:t>
            </a:r>
          </a:p>
          <a:p>
            <a:pPr lvl="3"/>
            <a:r>
              <a:rPr lang="en-US" altLang="ko-KR" dirty="0" smtClean="0"/>
              <a:t>Fourth level</a:t>
            </a:r>
          </a:p>
          <a:p>
            <a:pPr lvl="4"/>
            <a:r>
              <a:rPr lang="en-US" altLang="ko-KR" dirty="0" smtClean="0"/>
              <a:t>Fifth level</a:t>
            </a:r>
            <a:endParaRPr lang="en-US" altLang="en-US" dirty="0" smtClean="0"/>
          </a:p>
        </p:txBody>
      </p:sp>
      <p:sp>
        <p:nvSpPr>
          <p:cNvPr id="57349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232332" y="6628663"/>
            <a:ext cx="3722576" cy="2317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8570" tIns="38570" rIns="38570" bIns="38570" numCol="1" anchor="t" anchorCtr="0" compatLnSpc="1">
            <a:prstTxWarp prst="textNoShape">
              <a:avLst/>
            </a:prstTxWarp>
            <a:spAutoFit/>
          </a:bodyPr>
          <a:lstStyle>
            <a:lvl1pPr algn="ctr" defTabSz="979488">
              <a:defRPr kumimoji="1" sz="1000" smtClean="0">
                <a:latin typeface="Arial Narrow" panose="020B0606020202030204" pitchFamily="34" charset="0"/>
                <a:cs typeface="Times New Roman" pitchFamily="18" charset="0"/>
              </a:defRPr>
            </a:lvl1pPr>
          </a:lstStyle>
          <a:p>
            <a:pPr>
              <a:defRPr/>
            </a:pPr>
            <a:fld id="{C44BB140-AC54-4FDF-A512-D09A5773EEF6}" type="slidenum">
              <a:rPr lang="ru-RU" altLang="en-US">
                <a:solidFill>
                  <a:srgbClr val="000000"/>
                </a:solidFill>
                <a:ea typeface="돋움" pitchFamily="50" charset="-127"/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000000"/>
                </a:solidFill>
                <a:ea typeface="돋움" pitchFamily="50" charset="-127"/>
              </a:rPr>
              <a:t>/Total page (excluding Appendix)</a:t>
            </a:r>
            <a:endParaRPr lang="ru-RU" altLang="en-US">
              <a:solidFill>
                <a:srgbClr val="000000"/>
              </a:solidFill>
              <a:ea typeface="돋움" pitchFamily="50" charset="-127"/>
            </a:endParaRPr>
          </a:p>
        </p:txBody>
      </p:sp>
      <p:sp>
        <p:nvSpPr>
          <p:cNvPr id="9" name="직사각형 17"/>
          <p:cNvSpPr/>
          <p:nvPr userDrawn="1"/>
        </p:nvSpPr>
        <p:spPr>
          <a:xfrm>
            <a:off x="4951289" y="125413"/>
            <a:ext cx="1451038" cy="33855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600" dirty="0">
                <a:solidFill>
                  <a:srgbClr val="FFFFFF">
                    <a:lumMod val="75000"/>
                  </a:srgbClr>
                </a:solidFill>
                <a:latin typeface="Arial Narrow" panose="020B0606020202030204" pitchFamily="34" charset="0"/>
                <a:ea typeface="돋움" pitchFamily="50" charset="-127"/>
              </a:rPr>
              <a:t>LGE </a:t>
            </a:r>
            <a:r>
              <a:rPr lang="en-US" altLang="ko-KR" sz="1600" dirty="0" smtClean="0">
                <a:solidFill>
                  <a:srgbClr val="FFFFFF">
                    <a:lumMod val="75000"/>
                  </a:srgbClr>
                </a:solidFill>
                <a:latin typeface="Arial Narrow" panose="020B0606020202030204" pitchFamily="34" charset="0"/>
                <a:ea typeface="돋움" pitchFamily="50" charset="-127"/>
              </a:rPr>
              <a:t>Confidential</a:t>
            </a:r>
            <a:endParaRPr lang="ko-KR" altLang="en-US" sz="1600" dirty="0">
              <a:solidFill>
                <a:srgbClr val="FFFFFF">
                  <a:lumMod val="75000"/>
                </a:srgbClr>
              </a:solidFill>
              <a:latin typeface="Arial Narrow" panose="020B0606020202030204" pitchFamily="34" charset="0"/>
              <a:ea typeface="돋움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7053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70" r:id="rId5"/>
    <p:sldLayoutId id="2147483671" r:id="rId6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79488" rtl="0" eaLnBrk="1" fontAlgn="base" latinLnBrk="1" hangingPunct="1">
        <a:spcBef>
          <a:spcPct val="0"/>
        </a:spcBef>
        <a:spcAft>
          <a:spcPct val="0"/>
        </a:spcAft>
        <a:defRPr kumimoji="1" sz="2000" b="1">
          <a:solidFill>
            <a:srgbClr val="000000"/>
          </a:solidFill>
          <a:latin typeface="Arial Narrow" panose="020B0606020202030204" pitchFamily="34" charset="0"/>
          <a:ea typeface="+mj-ea"/>
          <a:cs typeface="+mj-cs"/>
        </a:defRPr>
      </a:lvl1pPr>
      <a:lvl2pPr algn="l" defTabSz="979488" rtl="0" eaLnBrk="1" fontAlgn="base" latinLnBrk="1" hangingPunct="1">
        <a:spcBef>
          <a:spcPct val="0"/>
        </a:spcBef>
        <a:spcAft>
          <a:spcPct val="0"/>
        </a:spcAft>
        <a:defRPr kumimoji="1" b="1">
          <a:solidFill>
            <a:srgbClr val="000000"/>
          </a:solidFill>
          <a:latin typeface="Tahoma" pitchFamily="34" charset="0"/>
          <a:cs typeface="Arial" charset="0"/>
        </a:defRPr>
      </a:lvl2pPr>
      <a:lvl3pPr algn="l" defTabSz="979488" rtl="0" eaLnBrk="1" fontAlgn="base" latinLnBrk="1" hangingPunct="1">
        <a:spcBef>
          <a:spcPct val="0"/>
        </a:spcBef>
        <a:spcAft>
          <a:spcPct val="0"/>
        </a:spcAft>
        <a:defRPr kumimoji="1" b="1">
          <a:solidFill>
            <a:srgbClr val="000000"/>
          </a:solidFill>
          <a:latin typeface="Tahoma" pitchFamily="34" charset="0"/>
          <a:cs typeface="Arial" charset="0"/>
        </a:defRPr>
      </a:lvl3pPr>
      <a:lvl4pPr algn="l" defTabSz="979488" rtl="0" eaLnBrk="1" fontAlgn="base" latinLnBrk="1" hangingPunct="1">
        <a:spcBef>
          <a:spcPct val="0"/>
        </a:spcBef>
        <a:spcAft>
          <a:spcPct val="0"/>
        </a:spcAft>
        <a:defRPr kumimoji="1" b="1">
          <a:solidFill>
            <a:srgbClr val="000000"/>
          </a:solidFill>
          <a:latin typeface="Tahoma" pitchFamily="34" charset="0"/>
          <a:cs typeface="Arial" charset="0"/>
        </a:defRPr>
      </a:lvl4pPr>
      <a:lvl5pPr algn="l" defTabSz="979488" rtl="0" eaLnBrk="1" fontAlgn="base" latinLnBrk="1" hangingPunct="1">
        <a:spcBef>
          <a:spcPct val="0"/>
        </a:spcBef>
        <a:spcAft>
          <a:spcPct val="0"/>
        </a:spcAft>
        <a:defRPr kumimoji="1" b="1">
          <a:solidFill>
            <a:srgbClr val="000000"/>
          </a:solidFill>
          <a:latin typeface="Tahoma" pitchFamily="34" charset="0"/>
          <a:cs typeface="Arial" charset="0"/>
        </a:defRPr>
      </a:lvl5pPr>
      <a:lvl6pPr marL="457200" algn="l" defTabSz="979488" rtl="0" eaLnBrk="1" fontAlgn="base" latinLnBrk="1" hangingPunct="1">
        <a:spcBef>
          <a:spcPct val="0"/>
        </a:spcBef>
        <a:spcAft>
          <a:spcPct val="0"/>
        </a:spcAft>
        <a:defRPr kumimoji="1" sz="2000" b="1">
          <a:solidFill>
            <a:srgbClr val="000000"/>
          </a:solidFill>
          <a:latin typeface="Tahoma" pitchFamily="34" charset="0"/>
          <a:cs typeface="Arial" charset="0"/>
        </a:defRPr>
      </a:lvl6pPr>
      <a:lvl7pPr marL="914400" algn="l" defTabSz="979488" rtl="0" eaLnBrk="1" fontAlgn="base" latinLnBrk="1" hangingPunct="1">
        <a:spcBef>
          <a:spcPct val="0"/>
        </a:spcBef>
        <a:spcAft>
          <a:spcPct val="0"/>
        </a:spcAft>
        <a:defRPr kumimoji="1" sz="2000" b="1">
          <a:solidFill>
            <a:srgbClr val="000000"/>
          </a:solidFill>
          <a:latin typeface="Tahoma" pitchFamily="34" charset="0"/>
          <a:cs typeface="Arial" charset="0"/>
        </a:defRPr>
      </a:lvl7pPr>
      <a:lvl8pPr marL="1371600" algn="l" defTabSz="979488" rtl="0" eaLnBrk="1" fontAlgn="base" latinLnBrk="1" hangingPunct="1">
        <a:spcBef>
          <a:spcPct val="0"/>
        </a:spcBef>
        <a:spcAft>
          <a:spcPct val="0"/>
        </a:spcAft>
        <a:defRPr kumimoji="1" sz="2000" b="1">
          <a:solidFill>
            <a:srgbClr val="000000"/>
          </a:solidFill>
          <a:latin typeface="Tahoma" pitchFamily="34" charset="0"/>
          <a:cs typeface="Arial" charset="0"/>
        </a:defRPr>
      </a:lvl8pPr>
      <a:lvl9pPr marL="1828800" algn="l" defTabSz="979488" rtl="0" eaLnBrk="1" fontAlgn="base" latinLnBrk="1" hangingPunct="1">
        <a:spcBef>
          <a:spcPct val="0"/>
        </a:spcBef>
        <a:spcAft>
          <a:spcPct val="0"/>
        </a:spcAft>
        <a:defRPr kumimoji="1" sz="2000" b="1">
          <a:solidFill>
            <a:srgbClr val="000000"/>
          </a:solidFill>
          <a:latin typeface="Tahoma" pitchFamily="34" charset="0"/>
          <a:cs typeface="Arial" charset="0"/>
        </a:defRPr>
      </a:lvl9pPr>
    </p:titleStyle>
    <p:bodyStyle>
      <a:lvl1pPr marL="88900" indent="-88900" algn="l" defTabSz="979488" rtl="0" eaLnBrk="1" fontAlgn="base" hangingPunct="1">
        <a:spcBef>
          <a:spcPct val="20000"/>
        </a:spcBef>
        <a:spcAft>
          <a:spcPct val="20000"/>
        </a:spcAft>
        <a:buChar char="•"/>
        <a:defRPr kumimoji="1" sz="1200" b="1">
          <a:solidFill>
            <a:schemeClr val="tx1"/>
          </a:solidFill>
          <a:latin typeface="Arial Narrow" panose="020B0606020202030204" pitchFamily="34" charset="0"/>
          <a:ea typeface="+mn-ea"/>
          <a:cs typeface="+mn-cs"/>
        </a:defRPr>
      </a:lvl1pPr>
      <a:lvl2pPr marL="447675" indent="-179388" algn="l" defTabSz="979488" rtl="0" eaLnBrk="1" fontAlgn="base" hangingPunct="1">
        <a:spcBef>
          <a:spcPct val="20000"/>
        </a:spcBef>
        <a:spcAft>
          <a:spcPct val="20000"/>
        </a:spcAft>
        <a:buFont typeface="Symbol" pitchFamily="18" charset="2"/>
        <a:buChar char="-"/>
        <a:defRPr kumimoji="1" sz="1200" b="1">
          <a:solidFill>
            <a:schemeClr val="tx1"/>
          </a:solidFill>
          <a:latin typeface="Arial Narrow" panose="020B0606020202030204" pitchFamily="34" charset="0"/>
          <a:ea typeface="+mn-ea"/>
          <a:cs typeface="+mn-cs"/>
        </a:defRPr>
      </a:lvl2pPr>
      <a:lvl3pPr marL="809625" indent="-182563" algn="l" defTabSz="979488" rtl="0" eaLnBrk="1" fontAlgn="base" hangingPunct="1">
        <a:spcBef>
          <a:spcPct val="20000"/>
        </a:spcBef>
        <a:spcAft>
          <a:spcPct val="20000"/>
        </a:spcAft>
        <a:buFont typeface="Arial" charset="0"/>
        <a:buChar char="•"/>
        <a:defRPr kumimoji="1" sz="1000">
          <a:solidFill>
            <a:schemeClr val="tx1"/>
          </a:solidFill>
          <a:latin typeface="Arial Narrow" panose="020B0606020202030204" pitchFamily="34" charset="0"/>
          <a:ea typeface="+mn-ea"/>
          <a:cs typeface="+mn-cs"/>
        </a:defRPr>
      </a:lvl3pPr>
      <a:lvl4pPr marL="1171575" indent="-182563" algn="l" defTabSz="979488" rtl="0" eaLnBrk="1" fontAlgn="base" hangingPunct="1">
        <a:spcBef>
          <a:spcPct val="20000"/>
        </a:spcBef>
        <a:spcAft>
          <a:spcPct val="20000"/>
        </a:spcAft>
        <a:buFont typeface="Symbol" pitchFamily="18" charset="2"/>
        <a:buChar char="-"/>
        <a:defRPr kumimoji="1" sz="1000">
          <a:solidFill>
            <a:srgbClr val="000000"/>
          </a:solidFill>
          <a:latin typeface="Arial Narrow" panose="020B0606020202030204" pitchFamily="34" charset="0"/>
          <a:ea typeface="+mn-ea"/>
          <a:cs typeface="+mn-cs"/>
        </a:defRPr>
      </a:lvl4pPr>
      <a:lvl5pPr marL="1528763" indent="-177800" algn="l" defTabSz="979488" rtl="0" eaLnBrk="1" fontAlgn="base" hangingPunct="1">
        <a:spcBef>
          <a:spcPct val="20000"/>
        </a:spcBef>
        <a:spcAft>
          <a:spcPct val="20000"/>
        </a:spcAft>
        <a:buFont typeface="Symbol" pitchFamily="18" charset="2"/>
        <a:buChar char="-"/>
        <a:defRPr kumimoji="1" sz="1000">
          <a:solidFill>
            <a:srgbClr val="000000"/>
          </a:solidFill>
          <a:latin typeface="Arial Narrow" panose="020B0606020202030204" pitchFamily="34" charset="0"/>
          <a:ea typeface="+mn-ea"/>
          <a:cs typeface="+mn-cs"/>
        </a:defRPr>
      </a:lvl5pPr>
      <a:lvl6pPr marL="1985963" indent="-177800" algn="l" defTabSz="979488" rtl="0" eaLnBrk="1" fontAlgn="base" hangingPunct="1">
        <a:spcBef>
          <a:spcPct val="20000"/>
        </a:spcBef>
        <a:spcAft>
          <a:spcPct val="20000"/>
        </a:spcAft>
        <a:buFont typeface="Symbol" pitchFamily="18" charset="2"/>
        <a:buChar char="-"/>
        <a:defRPr kumimoji="1" sz="1000">
          <a:solidFill>
            <a:srgbClr val="000000"/>
          </a:solidFill>
          <a:latin typeface="+mn-lt"/>
          <a:ea typeface="+mn-ea"/>
          <a:cs typeface="+mn-cs"/>
        </a:defRPr>
      </a:lvl6pPr>
      <a:lvl7pPr marL="2443163" indent="-177800" algn="l" defTabSz="979488" rtl="0" eaLnBrk="1" fontAlgn="base" hangingPunct="1">
        <a:spcBef>
          <a:spcPct val="20000"/>
        </a:spcBef>
        <a:spcAft>
          <a:spcPct val="20000"/>
        </a:spcAft>
        <a:buFont typeface="Symbol" pitchFamily="18" charset="2"/>
        <a:buChar char="-"/>
        <a:defRPr kumimoji="1" sz="1000">
          <a:solidFill>
            <a:srgbClr val="000000"/>
          </a:solidFill>
          <a:latin typeface="+mn-lt"/>
          <a:ea typeface="+mn-ea"/>
          <a:cs typeface="+mn-cs"/>
        </a:defRPr>
      </a:lvl7pPr>
      <a:lvl8pPr marL="2900363" indent="-177800" algn="l" defTabSz="979488" rtl="0" eaLnBrk="1" fontAlgn="base" hangingPunct="1">
        <a:spcBef>
          <a:spcPct val="20000"/>
        </a:spcBef>
        <a:spcAft>
          <a:spcPct val="20000"/>
        </a:spcAft>
        <a:buFont typeface="Symbol" pitchFamily="18" charset="2"/>
        <a:buChar char="-"/>
        <a:defRPr kumimoji="1" sz="1000">
          <a:solidFill>
            <a:srgbClr val="000000"/>
          </a:solidFill>
          <a:latin typeface="+mn-lt"/>
          <a:ea typeface="+mn-ea"/>
          <a:cs typeface="+mn-cs"/>
        </a:defRPr>
      </a:lvl8pPr>
      <a:lvl9pPr marL="3357563" indent="-177800" algn="l" defTabSz="979488" rtl="0" eaLnBrk="1" fontAlgn="base" hangingPunct="1">
        <a:spcBef>
          <a:spcPct val="20000"/>
        </a:spcBef>
        <a:spcAft>
          <a:spcPct val="20000"/>
        </a:spcAft>
        <a:buFont typeface="Symbol" pitchFamily="18" charset="2"/>
        <a:buChar char="-"/>
        <a:defRPr kumimoji="1" sz="10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="" xmlns:p15="http://schemas.microsoft.com/office/powerpoint/2012/main">
        <p15:guide id="1" orient="horz" pos="2160">
          <p15:clr>
            <a:srgbClr val="F26B43"/>
          </p15:clr>
        </p15:guide>
        <p15:guide id="2" pos="3120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3"/>
            <a:ext cx="11142339" cy="44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3333CC"/>
                    </a:gs>
                    <a:gs pos="100000">
                      <a:srgbClr val="18185E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969" tIns="48984" rIns="97969" bIns="4898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 smtClean="0"/>
              <a:t>Click to edit Master title style</a:t>
            </a:r>
            <a:endParaRPr lang="ru-RU" altLang="en-US" dirty="0" smtClean="0"/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6490" y="549280"/>
            <a:ext cx="11970445" cy="583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Click to edit Master text styles</a:t>
            </a:r>
          </a:p>
          <a:p>
            <a:pPr lvl="1"/>
            <a:r>
              <a:rPr lang="en-US" altLang="ko-KR" dirty="0" smtClean="0"/>
              <a:t>Second level</a:t>
            </a:r>
          </a:p>
          <a:p>
            <a:pPr lvl="2"/>
            <a:r>
              <a:rPr lang="en-US" altLang="ko-KR" dirty="0" smtClean="0"/>
              <a:t>Third level</a:t>
            </a:r>
          </a:p>
          <a:p>
            <a:pPr lvl="3"/>
            <a:r>
              <a:rPr lang="en-US" altLang="ko-KR" dirty="0" smtClean="0"/>
              <a:t>Fourth level</a:t>
            </a:r>
          </a:p>
          <a:p>
            <a:pPr lvl="4"/>
            <a:r>
              <a:rPr lang="en-US" altLang="ko-KR" dirty="0" smtClean="0"/>
              <a:t>Fifth level</a:t>
            </a:r>
            <a:endParaRPr lang="en-US" altLang="en-US" dirty="0" smtClean="0"/>
          </a:p>
        </p:txBody>
      </p:sp>
      <p:sp>
        <p:nvSpPr>
          <p:cNvPr id="57349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232332" y="6628663"/>
            <a:ext cx="3722576" cy="2317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8570" tIns="38570" rIns="38570" bIns="38570" numCol="1" anchor="t" anchorCtr="0" compatLnSpc="1">
            <a:prstTxWarp prst="textNoShape">
              <a:avLst/>
            </a:prstTxWarp>
            <a:spAutoFit/>
          </a:bodyPr>
          <a:lstStyle>
            <a:lvl1pPr algn="ctr" defTabSz="979488">
              <a:defRPr kumimoji="1" sz="1000" smtClean="0">
                <a:latin typeface="Arial Narrow" panose="020B0606020202030204" pitchFamily="34" charset="0"/>
                <a:cs typeface="Times New Roman" pitchFamily="18" charset="0"/>
              </a:defRPr>
            </a:lvl1pPr>
          </a:lstStyle>
          <a:p>
            <a:pPr>
              <a:defRPr/>
            </a:pPr>
            <a:fld id="{C44BB140-AC54-4FDF-A512-D09A5773EEF6}" type="slidenum">
              <a:rPr lang="ru-RU" altLang="en-US">
                <a:solidFill>
                  <a:srgbClr val="000000"/>
                </a:solidFill>
                <a:ea typeface="돋움" pitchFamily="50" charset="-127"/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000000"/>
                </a:solidFill>
                <a:ea typeface="돋움" pitchFamily="50" charset="-127"/>
              </a:rPr>
              <a:t>/Total page (excluding Appendix)</a:t>
            </a:r>
            <a:endParaRPr lang="ru-RU" altLang="en-US">
              <a:solidFill>
                <a:srgbClr val="000000"/>
              </a:solidFill>
              <a:ea typeface="돋움" pitchFamily="50" charset="-127"/>
            </a:endParaRPr>
          </a:p>
        </p:txBody>
      </p:sp>
      <p:sp>
        <p:nvSpPr>
          <p:cNvPr id="9" name="직사각형 17"/>
          <p:cNvSpPr/>
          <p:nvPr userDrawn="1"/>
        </p:nvSpPr>
        <p:spPr>
          <a:xfrm>
            <a:off x="4951289" y="125413"/>
            <a:ext cx="1451038" cy="33855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600" dirty="0">
                <a:solidFill>
                  <a:srgbClr val="FFFFFF">
                    <a:lumMod val="75000"/>
                  </a:srgbClr>
                </a:solidFill>
                <a:latin typeface="Arial Narrow" panose="020B0606020202030204" pitchFamily="34" charset="0"/>
                <a:ea typeface="돋움" pitchFamily="50" charset="-127"/>
              </a:rPr>
              <a:t>LGE </a:t>
            </a:r>
            <a:r>
              <a:rPr lang="en-US" altLang="ko-KR" sz="1600" dirty="0" smtClean="0">
                <a:solidFill>
                  <a:srgbClr val="FFFFFF">
                    <a:lumMod val="75000"/>
                  </a:srgbClr>
                </a:solidFill>
                <a:latin typeface="Arial Narrow" panose="020B0606020202030204" pitchFamily="34" charset="0"/>
                <a:ea typeface="돋움" pitchFamily="50" charset="-127"/>
              </a:rPr>
              <a:t>Confidential</a:t>
            </a:r>
            <a:endParaRPr lang="ko-KR" altLang="en-US" sz="1600" dirty="0">
              <a:solidFill>
                <a:srgbClr val="FFFFFF">
                  <a:lumMod val="75000"/>
                </a:srgbClr>
              </a:solidFill>
              <a:latin typeface="Arial Narrow" panose="020B0606020202030204" pitchFamily="34" charset="0"/>
              <a:ea typeface="돋움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33876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79488" rtl="0" eaLnBrk="1" fontAlgn="base" latinLnBrk="1" hangingPunct="1">
        <a:spcBef>
          <a:spcPct val="0"/>
        </a:spcBef>
        <a:spcAft>
          <a:spcPct val="0"/>
        </a:spcAft>
        <a:defRPr kumimoji="1" sz="2000" b="1">
          <a:solidFill>
            <a:srgbClr val="000000"/>
          </a:solidFill>
          <a:latin typeface="Arial Narrow" panose="020B0606020202030204" pitchFamily="34" charset="0"/>
          <a:ea typeface="+mj-ea"/>
          <a:cs typeface="+mj-cs"/>
        </a:defRPr>
      </a:lvl1pPr>
      <a:lvl2pPr algn="l" defTabSz="979488" rtl="0" eaLnBrk="1" fontAlgn="base" latinLnBrk="1" hangingPunct="1">
        <a:spcBef>
          <a:spcPct val="0"/>
        </a:spcBef>
        <a:spcAft>
          <a:spcPct val="0"/>
        </a:spcAft>
        <a:defRPr kumimoji="1" b="1">
          <a:solidFill>
            <a:srgbClr val="000000"/>
          </a:solidFill>
          <a:latin typeface="Tahoma" pitchFamily="34" charset="0"/>
          <a:cs typeface="Arial" charset="0"/>
        </a:defRPr>
      </a:lvl2pPr>
      <a:lvl3pPr algn="l" defTabSz="979488" rtl="0" eaLnBrk="1" fontAlgn="base" latinLnBrk="1" hangingPunct="1">
        <a:spcBef>
          <a:spcPct val="0"/>
        </a:spcBef>
        <a:spcAft>
          <a:spcPct val="0"/>
        </a:spcAft>
        <a:defRPr kumimoji="1" b="1">
          <a:solidFill>
            <a:srgbClr val="000000"/>
          </a:solidFill>
          <a:latin typeface="Tahoma" pitchFamily="34" charset="0"/>
          <a:cs typeface="Arial" charset="0"/>
        </a:defRPr>
      </a:lvl3pPr>
      <a:lvl4pPr algn="l" defTabSz="979488" rtl="0" eaLnBrk="1" fontAlgn="base" latinLnBrk="1" hangingPunct="1">
        <a:spcBef>
          <a:spcPct val="0"/>
        </a:spcBef>
        <a:spcAft>
          <a:spcPct val="0"/>
        </a:spcAft>
        <a:defRPr kumimoji="1" b="1">
          <a:solidFill>
            <a:srgbClr val="000000"/>
          </a:solidFill>
          <a:latin typeface="Tahoma" pitchFamily="34" charset="0"/>
          <a:cs typeface="Arial" charset="0"/>
        </a:defRPr>
      </a:lvl4pPr>
      <a:lvl5pPr algn="l" defTabSz="979488" rtl="0" eaLnBrk="1" fontAlgn="base" latinLnBrk="1" hangingPunct="1">
        <a:spcBef>
          <a:spcPct val="0"/>
        </a:spcBef>
        <a:spcAft>
          <a:spcPct val="0"/>
        </a:spcAft>
        <a:defRPr kumimoji="1" b="1">
          <a:solidFill>
            <a:srgbClr val="000000"/>
          </a:solidFill>
          <a:latin typeface="Tahoma" pitchFamily="34" charset="0"/>
          <a:cs typeface="Arial" charset="0"/>
        </a:defRPr>
      </a:lvl5pPr>
      <a:lvl6pPr marL="457200" algn="l" defTabSz="979488" rtl="0" eaLnBrk="1" fontAlgn="base" latinLnBrk="1" hangingPunct="1">
        <a:spcBef>
          <a:spcPct val="0"/>
        </a:spcBef>
        <a:spcAft>
          <a:spcPct val="0"/>
        </a:spcAft>
        <a:defRPr kumimoji="1" sz="2000" b="1">
          <a:solidFill>
            <a:srgbClr val="000000"/>
          </a:solidFill>
          <a:latin typeface="Tahoma" pitchFamily="34" charset="0"/>
          <a:cs typeface="Arial" charset="0"/>
        </a:defRPr>
      </a:lvl6pPr>
      <a:lvl7pPr marL="914400" algn="l" defTabSz="979488" rtl="0" eaLnBrk="1" fontAlgn="base" latinLnBrk="1" hangingPunct="1">
        <a:spcBef>
          <a:spcPct val="0"/>
        </a:spcBef>
        <a:spcAft>
          <a:spcPct val="0"/>
        </a:spcAft>
        <a:defRPr kumimoji="1" sz="2000" b="1">
          <a:solidFill>
            <a:srgbClr val="000000"/>
          </a:solidFill>
          <a:latin typeface="Tahoma" pitchFamily="34" charset="0"/>
          <a:cs typeface="Arial" charset="0"/>
        </a:defRPr>
      </a:lvl7pPr>
      <a:lvl8pPr marL="1371600" algn="l" defTabSz="979488" rtl="0" eaLnBrk="1" fontAlgn="base" latinLnBrk="1" hangingPunct="1">
        <a:spcBef>
          <a:spcPct val="0"/>
        </a:spcBef>
        <a:spcAft>
          <a:spcPct val="0"/>
        </a:spcAft>
        <a:defRPr kumimoji="1" sz="2000" b="1">
          <a:solidFill>
            <a:srgbClr val="000000"/>
          </a:solidFill>
          <a:latin typeface="Tahoma" pitchFamily="34" charset="0"/>
          <a:cs typeface="Arial" charset="0"/>
        </a:defRPr>
      </a:lvl8pPr>
      <a:lvl9pPr marL="1828800" algn="l" defTabSz="979488" rtl="0" eaLnBrk="1" fontAlgn="base" latinLnBrk="1" hangingPunct="1">
        <a:spcBef>
          <a:spcPct val="0"/>
        </a:spcBef>
        <a:spcAft>
          <a:spcPct val="0"/>
        </a:spcAft>
        <a:defRPr kumimoji="1" sz="2000" b="1">
          <a:solidFill>
            <a:srgbClr val="000000"/>
          </a:solidFill>
          <a:latin typeface="Tahoma" pitchFamily="34" charset="0"/>
          <a:cs typeface="Arial" charset="0"/>
        </a:defRPr>
      </a:lvl9pPr>
    </p:titleStyle>
    <p:bodyStyle>
      <a:lvl1pPr marL="88900" indent="-88900" algn="l" defTabSz="979488" rtl="0" eaLnBrk="1" fontAlgn="base" hangingPunct="1">
        <a:spcBef>
          <a:spcPct val="20000"/>
        </a:spcBef>
        <a:spcAft>
          <a:spcPct val="20000"/>
        </a:spcAft>
        <a:buChar char="•"/>
        <a:defRPr kumimoji="1" sz="1200" b="1">
          <a:solidFill>
            <a:schemeClr val="tx1"/>
          </a:solidFill>
          <a:latin typeface="Arial Narrow" panose="020B0606020202030204" pitchFamily="34" charset="0"/>
          <a:ea typeface="+mn-ea"/>
          <a:cs typeface="+mn-cs"/>
        </a:defRPr>
      </a:lvl1pPr>
      <a:lvl2pPr marL="447675" indent="-179388" algn="l" defTabSz="979488" rtl="0" eaLnBrk="1" fontAlgn="base" hangingPunct="1">
        <a:spcBef>
          <a:spcPct val="20000"/>
        </a:spcBef>
        <a:spcAft>
          <a:spcPct val="20000"/>
        </a:spcAft>
        <a:buFont typeface="Symbol" pitchFamily="18" charset="2"/>
        <a:buChar char="-"/>
        <a:defRPr kumimoji="1" sz="1200" b="1">
          <a:solidFill>
            <a:schemeClr val="tx1"/>
          </a:solidFill>
          <a:latin typeface="Arial Narrow" panose="020B0606020202030204" pitchFamily="34" charset="0"/>
          <a:ea typeface="+mn-ea"/>
          <a:cs typeface="+mn-cs"/>
        </a:defRPr>
      </a:lvl2pPr>
      <a:lvl3pPr marL="809625" indent="-182563" algn="l" defTabSz="979488" rtl="0" eaLnBrk="1" fontAlgn="base" hangingPunct="1">
        <a:spcBef>
          <a:spcPct val="20000"/>
        </a:spcBef>
        <a:spcAft>
          <a:spcPct val="20000"/>
        </a:spcAft>
        <a:buFont typeface="Arial" charset="0"/>
        <a:buChar char="•"/>
        <a:defRPr kumimoji="1" sz="1000">
          <a:solidFill>
            <a:schemeClr val="tx1"/>
          </a:solidFill>
          <a:latin typeface="Arial Narrow" panose="020B0606020202030204" pitchFamily="34" charset="0"/>
          <a:ea typeface="+mn-ea"/>
          <a:cs typeface="+mn-cs"/>
        </a:defRPr>
      </a:lvl3pPr>
      <a:lvl4pPr marL="1171575" indent="-182563" algn="l" defTabSz="979488" rtl="0" eaLnBrk="1" fontAlgn="base" hangingPunct="1">
        <a:spcBef>
          <a:spcPct val="20000"/>
        </a:spcBef>
        <a:spcAft>
          <a:spcPct val="20000"/>
        </a:spcAft>
        <a:buFont typeface="Symbol" pitchFamily="18" charset="2"/>
        <a:buChar char="-"/>
        <a:defRPr kumimoji="1" sz="1000">
          <a:solidFill>
            <a:srgbClr val="000000"/>
          </a:solidFill>
          <a:latin typeface="Arial Narrow" panose="020B0606020202030204" pitchFamily="34" charset="0"/>
          <a:ea typeface="+mn-ea"/>
          <a:cs typeface="+mn-cs"/>
        </a:defRPr>
      </a:lvl4pPr>
      <a:lvl5pPr marL="1528763" indent="-177800" algn="l" defTabSz="979488" rtl="0" eaLnBrk="1" fontAlgn="base" hangingPunct="1">
        <a:spcBef>
          <a:spcPct val="20000"/>
        </a:spcBef>
        <a:spcAft>
          <a:spcPct val="20000"/>
        </a:spcAft>
        <a:buFont typeface="Symbol" pitchFamily="18" charset="2"/>
        <a:buChar char="-"/>
        <a:defRPr kumimoji="1" sz="1000">
          <a:solidFill>
            <a:srgbClr val="000000"/>
          </a:solidFill>
          <a:latin typeface="Arial Narrow" panose="020B0606020202030204" pitchFamily="34" charset="0"/>
          <a:ea typeface="+mn-ea"/>
          <a:cs typeface="+mn-cs"/>
        </a:defRPr>
      </a:lvl5pPr>
      <a:lvl6pPr marL="1985963" indent="-177800" algn="l" defTabSz="979488" rtl="0" eaLnBrk="1" fontAlgn="base" hangingPunct="1">
        <a:spcBef>
          <a:spcPct val="20000"/>
        </a:spcBef>
        <a:spcAft>
          <a:spcPct val="20000"/>
        </a:spcAft>
        <a:buFont typeface="Symbol" pitchFamily="18" charset="2"/>
        <a:buChar char="-"/>
        <a:defRPr kumimoji="1" sz="1000">
          <a:solidFill>
            <a:srgbClr val="000000"/>
          </a:solidFill>
          <a:latin typeface="+mn-lt"/>
          <a:ea typeface="+mn-ea"/>
          <a:cs typeface="+mn-cs"/>
        </a:defRPr>
      </a:lvl6pPr>
      <a:lvl7pPr marL="2443163" indent="-177800" algn="l" defTabSz="979488" rtl="0" eaLnBrk="1" fontAlgn="base" hangingPunct="1">
        <a:spcBef>
          <a:spcPct val="20000"/>
        </a:spcBef>
        <a:spcAft>
          <a:spcPct val="20000"/>
        </a:spcAft>
        <a:buFont typeface="Symbol" pitchFamily="18" charset="2"/>
        <a:buChar char="-"/>
        <a:defRPr kumimoji="1" sz="1000">
          <a:solidFill>
            <a:srgbClr val="000000"/>
          </a:solidFill>
          <a:latin typeface="+mn-lt"/>
          <a:ea typeface="+mn-ea"/>
          <a:cs typeface="+mn-cs"/>
        </a:defRPr>
      </a:lvl7pPr>
      <a:lvl8pPr marL="2900363" indent="-177800" algn="l" defTabSz="979488" rtl="0" eaLnBrk="1" fontAlgn="base" hangingPunct="1">
        <a:spcBef>
          <a:spcPct val="20000"/>
        </a:spcBef>
        <a:spcAft>
          <a:spcPct val="20000"/>
        </a:spcAft>
        <a:buFont typeface="Symbol" pitchFamily="18" charset="2"/>
        <a:buChar char="-"/>
        <a:defRPr kumimoji="1" sz="1000">
          <a:solidFill>
            <a:srgbClr val="000000"/>
          </a:solidFill>
          <a:latin typeface="+mn-lt"/>
          <a:ea typeface="+mn-ea"/>
          <a:cs typeface="+mn-cs"/>
        </a:defRPr>
      </a:lvl8pPr>
      <a:lvl9pPr marL="3357563" indent="-177800" algn="l" defTabSz="979488" rtl="0" eaLnBrk="1" fontAlgn="base" hangingPunct="1">
        <a:spcBef>
          <a:spcPct val="20000"/>
        </a:spcBef>
        <a:spcAft>
          <a:spcPct val="20000"/>
        </a:spcAft>
        <a:buFont typeface="Symbol" pitchFamily="18" charset="2"/>
        <a:buChar char="-"/>
        <a:defRPr kumimoji="1" sz="10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="" xmlns:p15="http://schemas.microsoft.com/office/powerpoint/2012/main">
        <p15:guide id="1" orient="horz" pos="2160">
          <p15:clr>
            <a:srgbClr val="F26B43"/>
          </p15:clr>
        </p15:guide>
        <p15:guide id="2" pos="3120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3"/>
            <a:ext cx="11142339" cy="44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3333CC"/>
                    </a:gs>
                    <a:gs pos="100000">
                      <a:srgbClr val="18185E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969" tIns="48984" rIns="97969" bIns="4898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 smtClean="0"/>
              <a:t>Click to edit Master title style</a:t>
            </a:r>
            <a:endParaRPr lang="ru-RU" altLang="en-US" dirty="0" smtClean="0"/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6490" y="549280"/>
            <a:ext cx="11970445" cy="583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Click to edit Master text styles</a:t>
            </a:r>
          </a:p>
          <a:p>
            <a:pPr lvl="1"/>
            <a:r>
              <a:rPr lang="en-US" altLang="ko-KR" dirty="0" smtClean="0"/>
              <a:t>Second level</a:t>
            </a:r>
          </a:p>
          <a:p>
            <a:pPr lvl="2"/>
            <a:r>
              <a:rPr lang="en-US" altLang="ko-KR" dirty="0" smtClean="0"/>
              <a:t>Third level</a:t>
            </a:r>
          </a:p>
          <a:p>
            <a:pPr lvl="3"/>
            <a:r>
              <a:rPr lang="en-US" altLang="ko-KR" dirty="0" smtClean="0"/>
              <a:t>Fourth level</a:t>
            </a:r>
          </a:p>
          <a:p>
            <a:pPr lvl="4"/>
            <a:r>
              <a:rPr lang="en-US" altLang="ko-KR" dirty="0" smtClean="0"/>
              <a:t>Fifth level</a:t>
            </a:r>
            <a:endParaRPr lang="en-US" altLang="en-US" dirty="0" smtClean="0"/>
          </a:p>
        </p:txBody>
      </p:sp>
      <p:sp>
        <p:nvSpPr>
          <p:cNvPr id="57349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232332" y="6628663"/>
            <a:ext cx="3722576" cy="2317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8570" tIns="38570" rIns="38570" bIns="38570" numCol="1" anchor="t" anchorCtr="0" compatLnSpc="1">
            <a:prstTxWarp prst="textNoShape">
              <a:avLst/>
            </a:prstTxWarp>
            <a:spAutoFit/>
          </a:bodyPr>
          <a:lstStyle>
            <a:lvl1pPr algn="ctr" defTabSz="979488">
              <a:defRPr kumimoji="1" sz="1000" smtClean="0">
                <a:latin typeface="Arial Narrow" panose="020B0606020202030204" pitchFamily="34" charset="0"/>
                <a:cs typeface="Times New Roman" pitchFamily="18" charset="0"/>
              </a:defRPr>
            </a:lvl1pPr>
          </a:lstStyle>
          <a:p>
            <a:pPr>
              <a:defRPr/>
            </a:pPr>
            <a:fld id="{C44BB140-AC54-4FDF-A512-D09A5773EEF6}" type="slidenum">
              <a:rPr lang="ru-RU" altLang="en-US">
                <a:solidFill>
                  <a:srgbClr val="000000"/>
                </a:solidFill>
                <a:ea typeface="돋움" pitchFamily="50" charset="-127"/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000000"/>
                </a:solidFill>
                <a:ea typeface="돋움" pitchFamily="50" charset="-127"/>
              </a:rPr>
              <a:t>/Total page (excluding Appendix)</a:t>
            </a:r>
            <a:endParaRPr lang="ru-RU" altLang="en-US">
              <a:solidFill>
                <a:srgbClr val="000000"/>
              </a:solidFill>
              <a:ea typeface="돋움" pitchFamily="50" charset="-127"/>
            </a:endParaRPr>
          </a:p>
        </p:txBody>
      </p:sp>
      <p:sp>
        <p:nvSpPr>
          <p:cNvPr id="9" name="직사각형 17"/>
          <p:cNvSpPr/>
          <p:nvPr userDrawn="1"/>
        </p:nvSpPr>
        <p:spPr>
          <a:xfrm>
            <a:off x="4951289" y="125413"/>
            <a:ext cx="1451038" cy="33855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600" dirty="0">
                <a:solidFill>
                  <a:srgbClr val="FFFFFF">
                    <a:lumMod val="75000"/>
                  </a:srgbClr>
                </a:solidFill>
                <a:latin typeface="Arial Narrow" panose="020B0606020202030204" pitchFamily="34" charset="0"/>
                <a:ea typeface="돋움" pitchFamily="50" charset="-127"/>
              </a:rPr>
              <a:t>LGE </a:t>
            </a:r>
            <a:r>
              <a:rPr lang="en-US" altLang="ko-KR" sz="1600" dirty="0" smtClean="0">
                <a:solidFill>
                  <a:srgbClr val="FFFFFF">
                    <a:lumMod val="75000"/>
                  </a:srgbClr>
                </a:solidFill>
                <a:latin typeface="Arial Narrow" panose="020B0606020202030204" pitchFamily="34" charset="0"/>
                <a:ea typeface="돋움" pitchFamily="50" charset="-127"/>
              </a:rPr>
              <a:t>Confidential</a:t>
            </a:r>
            <a:endParaRPr lang="ko-KR" altLang="en-US" sz="1600" dirty="0">
              <a:solidFill>
                <a:srgbClr val="FFFFFF">
                  <a:lumMod val="75000"/>
                </a:srgbClr>
              </a:solidFill>
              <a:latin typeface="Arial Narrow" panose="020B0606020202030204" pitchFamily="34" charset="0"/>
              <a:ea typeface="돋움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04885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6" r:id="rId5"/>
    <p:sldLayoutId id="2147483687" r:id="rId6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79488" rtl="0" eaLnBrk="1" fontAlgn="base" latinLnBrk="1" hangingPunct="1">
        <a:spcBef>
          <a:spcPct val="0"/>
        </a:spcBef>
        <a:spcAft>
          <a:spcPct val="0"/>
        </a:spcAft>
        <a:defRPr kumimoji="1" sz="2000" b="1">
          <a:solidFill>
            <a:srgbClr val="000000"/>
          </a:solidFill>
          <a:latin typeface="Arial Narrow" panose="020B0606020202030204" pitchFamily="34" charset="0"/>
          <a:ea typeface="+mj-ea"/>
          <a:cs typeface="+mj-cs"/>
        </a:defRPr>
      </a:lvl1pPr>
      <a:lvl2pPr algn="l" defTabSz="979488" rtl="0" eaLnBrk="1" fontAlgn="base" latinLnBrk="1" hangingPunct="1">
        <a:spcBef>
          <a:spcPct val="0"/>
        </a:spcBef>
        <a:spcAft>
          <a:spcPct val="0"/>
        </a:spcAft>
        <a:defRPr kumimoji="1" b="1">
          <a:solidFill>
            <a:srgbClr val="000000"/>
          </a:solidFill>
          <a:latin typeface="Tahoma" pitchFamily="34" charset="0"/>
          <a:cs typeface="Arial" charset="0"/>
        </a:defRPr>
      </a:lvl2pPr>
      <a:lvl3pPr algn="l" defTabSz="979488" rtl="0" eaLnBrk="1" fontAlgn="base" latinLnBrk="1" hangingPunct="1">
        <a:spcBef>
          <a:spcPct val="0"/>
        </a:spcBef>
        <a:spcAft>
          <a:spcPct val="0"/>
        </a:spcAft>
        <a:defRPr kumimoji="1" b="1">
          <a:solidFill>
            <a:srgbClr val="000000"/>
          </a:solidFill>
          <a:latin typeface="Tahoma" pitchFamily="34" charset="0"/>
          <a:cs typeface="Arial" charset="0"/>
        </a:defRPr>
      </a:lvl3pPr>
      <a:lvl4pPr algn="l" defTabSz="979488" rtl="0" eaLnBrk="1" fontAlgn="base" latinLnBrk="1" hangingPunct="1">
        <a:spcBef>
          <a:spcPct val="0"/>
        </a:spcBef>
        <a:spcAft>
          <a:spcPct val="0"/>
        </a:spcAft>
        <a:defRPr kumimoji="1" b="1">
          <a:solidFill>
            <a:srgbClr val="000000"/>
          </a:solidFill>
          <a:latin typeface="Tahoma" pitchFamily="34" charset="0"/>
          <a:cs typeface="Arial" charset="0"/>
        </a:defRPr>
      </a:lvl4pPr>
      <a:lvl5pPr algn="l" defTabSz="979488" rtl="0" eaLnBrk="1" fontAlgn="base" latinLnBrk="1" hangingPunct="1">
        <a:spcBef>
          <a:spcPct val="0"/>
        </a:spcBef>
        <a:spcAft>
          <a:spcPct val="0"/>
        </a:spcAft>
        <a:defRPr kumimoji="1" b="1">
          <a:solidFill>
            <a:srgbClr val="000000"/>
          </a:solidFill>
          <a:latin typeface="Tahoma" pitchFamily="34" charset="0"/>
          <a:cs typeface="Arial" charset="0"/>
        </a:defRPr>
      </a:lvl5pPr>
      <a:lvl6pPr marL="457200" algn="l" defTabSz="979488" rtl="0" eaLnBrk="1" fontAlgn="base" latinLnBrk="1" hangingPunct="1">
        <a:spcBef>
          <a:spcPct val="0"/>
        </a:spcBef>
        <a:spcAft>
          <a:spcPct val="0"/>
        </a:spcAft>
        <a:defRPr kumimoji="1" sz="2000" b="1">
          <a:solidFill>
            <a:srgbClr val="000000"/>
          </a:solidFill>
          <a:latin typeface="Tahoma" pitchFamily="34" charset="0"/>
          <a:cs typeface="Arial" charset="0"/>
        </a:defRPr>
      </a:lvl6pPr>
      <a:lvl7pPr marL="914400" algn="l" defTabSz="979488" rtl="0" eaLnBrk="1" fontAlgn="base" latinLnBrk="1" hangingPunct="1">
        <a:spcBef>
          <a:spcPct val="0"/>
        </a:spcBef>
        <a:spcAft>
          <a:spcPct val="0"/>
        </a:spcAft>
        <a:defRPr kumimoji="1" sz="2000" b="1">
          <a:solidFill>
            <a:srgbClr val="000000"/>
          </a:solidFill>
          <a:latin typeface="Tahoma" pitchFamily="34" charset="0"/>
          <a:cs typeface="Arial" charset="0"/>
        </a:defRPr>
      </a:lvl7pPr>
      <a:lvl8pPr marL="1371600" algn="l" defTabSz="979488" rtl="0" eaLnBrk="1" fontAlgn="base" latinLnBrk="1" hangingPunct="1">
        <a:spcBef>
          <a:spcPct val="0"/>
        </a:spcBef>
        <a:spcAft>
          <a:spcPct val="0"/>
        </a:spcAft>
        <a:defRPr kumimoji="1" sz="2000" b="1">
          <a:solidFill>
            <a:srgbClr val="000000"/>
          </a:solidFill>
          <a:latin typeface="Tahoma" pitchFamily="34" charset="0"/>
          <a:cs typeface="Arial" charset="0"/>
        </a:defRPr>
      </a:lvl8pPr>
      <a:lvl9pPr marL="1828800" algn="l" defTabSz="979488" rtl="0" eaLnBrk="1" fontAlgn="base" latinLnBrk="1" hangingPunct="1">
        <a:spcBef>
          <a:spcPct val="0"/>
        </a:spcBef>
        <a:spcAft>
          <a:spcPct val="0"/>
        </a:spcAft>
        <a:defRPr kumimoji="1" sz="2000" b="1">
          <a:solidFill>
            <a:srgbClr val="000000"/>
          </a:solidFill>
          <a:latin typeface="Tahoma" pitchFamily="34" charset="0"/>
          <a:cs typeface="Arial" charset="0"/>
        </a:defRPr>
      </a:lvl9pPr>
    </p:titleStyle>
    <p:bodyStyle>
      <a:lvl1pPr marL="88900" indent="-88900" algn="l" defTabSz="979488" rtl="0" eaLnBrk="1" fontAlgn="base" hangingPunct="1">
        <a:spcBef>
          <a:spcPct val="20000"/>
        </a:spcBef>
        <a:spcAft>
          <a:spcPct val="20000"/>
        </a:spcAft>
        <a:buChar char="•"/>
        <a:defRPr kumimoji="1" sz="1200" b="1">
          <a:solidFill>
            <a:schemeClr val="tx1"/>
          </a:solidFill>
          <a:latin typeface="Arial Narrow" panose="020B0606020202030204" pitchFamily="34" charset="0"/>
          <a:ea typeface="+mn-ea"/>
          <a:cs typeface="+mn-cs"/>
        </a:defRPr>
      </a:lvl1pPr>
      <a:lvl2pPr marL="447675" indent="-179388" algn="l" defTabSz="979488" rtl="0" eaLnBrk="1" fontAlgn="base" hangingPunct="1">
        <a:spcBef>
          <a:spcPct val="20000"/>
        </a:spcBef>
        <a:spcAft>
          <a:spcPct val="20000"/>
        </a:spcAft>
        <a:buFont typeface="Symbol" pitchFamily="18" charset="2"/>
        <a:buChar char="-"/>
        <a:defRPr kumimoji="1" sz="1200" b="1">
          <a:solidFill>
            <a:schemeClr val="tx1"/>
          </a:solidFill>
          <a:latin typeface="Arial Narrow" panose="020B0606020202030204" pitchFamily="34" charset="0"/>
          <a:ea typeface="+mn-ea"/>
          <a:cs typeface="+mn-cs"/>
        </a:defRPr>
      </a:lvl2pPr>
      <a:lvl3pPr marL="809625" indent="-182563" algn="l" defTabSz="979488" rtl="0" eaLnBrk="1" fontAlgn="base" hangingPunct="1">
        <a:spcBef>
          <a:spcPct val="20000"/>
        </a:spcBef>
        <a:spcAft>
          <a:spcPct val="20000"/>
        </a:spcAft>
        <a:buFont typeface="Arial" charset="0"/>
        <a:buChar char="•"/>
        <a:defRPr kumimoji="1" sz="1000">
          <a:solidFill>
            <a:schemeClr val="tx1"/>
          </a:solidFill>
          <a:latin typeface="Arial Narrow" panose="020B0606020202030204" pitchFamily="34" charset="0"/>
          <a:ea typeface="+mn-ea"/>
          <a:cs typeface="+mn-cs"/>
        </a:defRPr>
      </a:lvl3pPr>
      <a:lvl4pPr marL="1171575" indent="-182563" algn="l" defTabSz="979488" rtl="0" eaLnBrk="1" fontAlgn="base" hangingPunct="1">
        <a:spcBef>
          <a:spcPct val="20000"/>
        </a:spcBef>
        <a:spcAft>
          <a:spcPct val="20000"/>
        </a:spcAft>
        <a:buFont typeface="Symbol" pitchFamily="18" charset="2"/>
        <a:buChar char="-"/>
        <a:defRPr kumimoji="1" sz="1000">
          <a:solidFill>
            <a:srgbClr val="000000"/>
          </a:solidFill>
          <a:latin typeface="Arial Narrow" panose="020B0606020202030204" pitchFamily="34" charset="0"/>
          <a:ea typeface="+mn-ea"/>
          <a:cs typeface="+mn-cs"/>
        </a:defRPr>
      </a:lvl4pPr>
      <a:lvl5pPr marL="1528763" indent="-177800" algn="l" defTabSz="979488" rtl="0" eaLnBrk="1" fontAlgn="base" hangingPunct="1">
        <a:spcBef>
          <a:spcPct val="20000"/>
        </a:spcBef>
        <a:spcAft>
          <a:spcPct val="20000"/>
        </a:spcAft>
        <a:buFont typeface="Symbol" pitchFamily="18" charset="2"/>
        <a:buChar char="-"/>
        <a:defRPr kumimoji="1" sz="1000">
          <a:solidFill>
            <a:srgbClr val="000000"/>
          </a:solidFill>
          <a:latin typeface="Arial Narrow" panose="020B0606020202030204" pitchFamily="34" charset="0"/>
          <a:ea typeface="+mn-ea"/>
          <a:cs typeface="+mn-cs"/>
        </a:defRPr>
      </a:lvl5pPr>
      <a:lvl6pPr marL="1985963" indent="-177800" algn="l" defTabSz="979488" rtl="0" eaLnBrk="1" fontAlgn="base" hangingPunct="1">
        <a:spcBef>
          <a:spcPct val="20000"/>
        </a:spcBef>
        <a:spcAft>
          <a:spcPct val="20000"/>
        </a:spcAft>
        <a:buFont typeface="Symbol" pitchFamily="18" charset="2"/>
        <a:buChar char="-"/>
        <a:defRPr kumimoji="1" sz="1000">
          <a:solidFill>
            <a:srgbClr val="000000"/>
          </a:solidFill>
          <a:latin typeface="+mn-lt"/>
          <a:ea typeface="+mn-ea"/>
          <a:cs typeface="+mn-cs"/>
        </a:defRPr>
      </a:lvl6pPr>
      <a:lvl7pPr marL="2443163" indent="-177800" algn="l" defTabSz="979488" rtl="0" eaLnBrk="1" fontAlgn="base" hangingPunct="1">
        <a:spcBef>
          <a:spcPct val="20000"/>
        </a:spcBef>
        <a:spcAft>
          <a:spcPct val="20000"/>
        </a:spcAft>
        <a:buFont typeface="Symbol" pitchFamily="18" charset="2"/>
        <a:buChar char="-"/>
        <a:defRPr kumimoji="1" sz="1000">
          <a:solidFill>
            <a:srgbClr val="000000"/>
          </a:solidFill>
          <a:latin typeface="+mn-lt"/>
          <a:ea typeface="+mn-ea"/>
          <a:cs typeface="+mn-cs"/>
        </a:defRPr>
      </a:lvl7pPr>
      <a:lvl8pPr marL="2900363" indent="-177800" algn="l" defTabSz="979488" rtl="0" eaLnBrk="1" fontAlgn="base" hangingPunct="1">
        <a:spcBef>
          <a:spcPct val="20000"/>
        </a:spcBef>
        <a:spcAft>
          <a:spcPct val="20000"/>
        </a:spcAft>
        <a:buFont typeface="Symbol" pitchFamily="18" charset="2"/>
        <a:buChar char="-"/>
        <a:defRPr kumimoji="1" sz="1000">
          <a:solidFill>
            <a:srgbClr val="000000"/>
          </a:solidFill>
          <a:latin typeface="+mn-lt"/>
          <a:ea typeface="+mn-ea"/>
          <a:cs typeface="+mn-cs"/>
        </a:defRPr>
      </a:lvl8pPr>
      <a:lvl9pPr marL="3357563" indent="-177800" algn="l" defTabSz="979488" rtl="0" eaLnBrk="1" fontAlgn="base" hangingPunct="1">
        <a:spcBef>
          <a:spcPct val="20000"/>
        </a:spcBef>
        <a:spcAft>
          <a:spcPct val="20000"/>
        </a:spcAft>
        <a:buFont typeface="Symbol" pitchFamily="18" charset="2"/>
        <a:buChar char="-"/>
        <a:defRPr kumimoji="1" sz="10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="" xmlns:p15="http://schemas.microsoft.com/office/powerpoint/2012/main">
        <p15:guide id="1" orient="horz" pos="2160">
          <p15:clr>
            <a:srgbClr val="F26B43"/>
          </p15:clr>
        </p15:guide>
        <p15:guide id="2" pos="3120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3"/>
            <a:ext cx="11142339" cy="44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3333CC"/>
                    </a:gs>
                    <a:gs pos="100000">
                      <a:srgbClr val="18185E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969" tIns="48984" rIns="97969" bIns="4898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 smtClean="0"/>
              <a:t>Click to edit Master title style</a:t>
            </a:r>
            <a:endParaRPr lang="ru-RU" altLang="en-US" dirty="0" smtClean="0"/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6490" y="549280"/>
            <a:ext cx="11970445" cy="583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Click to edit Master text styles</a:t>
            </a:r>
          </a:p>
          <a:p>
            <a:pPr lvl="1"/>
            <a:r>
              <a:rPr lang="en-US" altLang="ko-KR" dirty="0" smtClean="0"/>
              <a:t>Second level</a:t>
            </a:r>
          </a:p>
          <a:p>
            <a:pPr lvl="2"/>
            <a:r>
              <a:rPr lang="en-US" altLang="ko-KR" dirty="0" smtClean="0"/>
              <a:t>Third level</a:t>
            </a:r>
          </a:p>
          <a:p>
            <a:pPr lvl="3"/>
            <a:r>
              <a:rPr lang="en-US" altLang="ko-KR" dirty="0" smtClean="0"/>
              <a:t>Fourth level</a:t>
            </a:r>
          </a:p>
          <a:p>
            <a:pPr lvl="4"/>
            <a:r>
              <a:rPr lang="en-US" altLang="ko-KR" dirty="0" smtClean="0"/>
              <a:t>Fifth level</a:t>
            </a:r>
            <a:endParaRPr lang="en-US" altLang="en-US" dirty="0" smtClean="0"/>
          </a:p>
        </p:txBody>
      </p:sp>
      <p:sp>
        <p:nvSpPr>
          <p:cNvPr id="57349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232332" y="6628663"/>
            <a:ext cx="3722576" cy="2317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8570" tIns="38570" rIns="38570" bIns="38570" numCol="1" anchor="t" anchorCtr="0" compatLnSpc="1">
            <a:prstTxWarp prst="textNoShape">
              <a:avLst/>
            </a:prstTxWarp>
            <a:spAutoFit/>
          </a:bodyPr>
          <a:lstStyle>
            <a:lvl1pPr algn="ctr" defTabSz="979488">
              <a:defRPr kumimoji="1" sz="1000" smtClean="0">
                <a:latin typeface="Arial Narrow" panose="020B0606020202030204" pitchFamily="34" charset="0"/>
                <a:cs typeface="Times New Roman" pitchFamily="18" charset="0"/>
              </a:defRPr>
            </a:lvl1pPr>
          </a:lstStyle>
          <a:p>
            <a:pPr>
              <a:defRPr/>
            </a:pPr>
            <a:fld id="{C44BB140-AC54-4FDF-A512-D09A5773EEF6}" type="slidenum">
              <a:rPr lang="ru-RU" altLang="en-US">
                <a:solidFill>
                  <a:srgbClr val="000000"/>
                </a:solidFill>
                <a:ea typeface="돋움" pitchFamily="50" charset="-127"/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000000"/>
                </a:solidFill>
                <a:ea typeface="돋움" pitchFamily="50" charset="-127"/>
              </a:rPr>
              <a:t>/Total page (excluding Appendix)</a:t>
            </a:r>
            <a:endParaRPr lang="ru-RU" altLang="en-US">
              <a:solidFill>
                <a:srgbClr val="000000"/>
              </a:solidFill>
              <a:ea typeface="돋움" pitchFamily="50" charset="-127"/>
            </a:endParaRPr>
          </a:p>
        </p:txBody>
      </p:sp>
      <p:sp>
        <p:nvSpPr>
          <p:cNvPr id="9" name="직사각형 17"/>
          <p:cNvSpPr/>
          <p:nvPr userDrawn="1"/>
        </p:nvSpPr>
        <p:spPr>
          <a:xfrm>
            <a:off x="4951293" y="125413"/>
            <a:ext cx="1864613" cy="33855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600" dirty="0">
                <a:solidFill>
                  <a:srgbClr val="FFFFFF">
                    <a:lumMod val="75000"/>
                  </a:srgbClr>
                </a:solidFill>
                <a:latin typeface="Arial Narrow" panose="020B0606020202030204" pitchFamily="34" charset="0"/>
                <a:ea typeface="돋움" pitchFamily="50" charset="-127"/>
              </a:rPr>
              <a:t>LGE Internal Use Only</a:t>
            </a:r>
            <a:endParaRPr lang="ko-KR" altLang="en-US" sz="1600" dirty="0">
              <a:solidFill>
                <a:srgbClr val="FFFFFF">
                  <a:lumMod val="75000"/>
                </a:srgbClr>
              </a:solidFill>
              <a:latin typeface="Arial Narrow" panose="020B0606020202030204" pitchFamily="34" charset="0"/>
              <a:ea typeface="돋움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72016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6" r:id="rId6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79488" rtl="0" eaLnBrk="1" fontAlgn="base" latinLnBrk="1" hangingPunct="1">
        <a:spcBef>
          <a:spcPct val="0"/>
        </a:spcBef>
        <a:spcAft>
          <a:spcPct val="0"/>
        </a:spcAft>
        <a:defRPr kumimoji="1" sz="2000" b="1">
          <a:solidFill>
            <a:srgbClr val="000000"/>
          </a:solidFill>
          <a:latin typeface="Arial Narrow" panose="020B0606020202030204" pitchFamily="34" charset="0"/>
          <a:ea typeface="+mj-ea"/>
          <a:cs typeface="+mj-cs"/>
        </a:defRPr>
      </a:lvl1pPr>
      <a:lvl2pPr algn="l" defTabSz="979488" rtl="0" eaLnBrk="1" fontAlgn="base" latinLnBrk="1" hangingPunct="1">
        <a:spcBef>
          <a:spcPct val="0"/>
        </a:spcBef>
        <a:spcAft>
          <a:spcPct val="0"/>
        </a:spcAft>
        <a:defRPr kumimoji="1" b="1">
          <a:solidFill>
            <a:srgbClr val="000000"/>
          </a:solidFill>
          <a:latin typeface="Tahoma" pitchFamily="34" charset="0"/>
          <a:cs typeface="Arial" charset="0"/>
        </a:defRPr>
      </a:lvl2pPr>
      <a:lvl3pPr algn="l" defTabSz="979488" rtl="0" eaLnBrk="1" fontAlgn="base" latinLnBrk="1" hangingPunct="1">
        <a:spcBef>
          <a:spcPct val="0"/>
        </a:spcBef>
        <a:spcAft>
          <a:spcPct val="0"/>
        </a:spcAft>
        <a:defRPr kumimoji="1" b="1">
          <a:solidFill>
            <a:srgbClr val="000000"/>
          </a:solidFill>
          <a:latin typeface="Tahoma" pitchFamily="34" charset="0"/>
          <a:cs typeface="Arial" charset="0"/>
        </a:defRPr>
      </a:lvl3pPr>
      <a:lvl4pPr algn="l" defTabSz="979488" rtl="0" eaLnBrk="1" fontAlgn="base" latinLnBrk="1" hangingPunct="1">
        <a:spcBef>
          <a:spcPct val="0"/>
        </a:spcBef>
        <a:spcAft>
          <a:spcPct val="0"/>
        </a:spcAft>
        <a:defRPr kumimoji="1" b="1">
          <a:solidFill>
            <a:srgbClr val="000000"/>
          </a:solidFill>
          <a:latin typeface="Tahoma" pitchFamily="34" charset="0"/>
          <a:cs typeface="Arial" charset="0"/>
        </a:defRPr>
      </a:lvl4pPr>
      <a:lvl5pPr algn="l" defTabSz="979488" rtl="0" eaLnBrk="1" fontAlgn="base" latinLnBrk="1" hangingPunct="1">
        <a:spcBef>
          <a:spcPct val="0"/>
        </a:spcBef>
        <a:spcAft>
          <a:spcPct val="0"/>
        </a:spcAft>
        <a:defRPr kumimoji="1" b="1">
          <a:solidFill>
            <a:srgbClr val="000000"/>
          </a:solidFill>
          <a:latin typeface="Tahoma" pitchFamily="34" charset="0"/>
          <a:cs typeface="Arial" charset="0"/>
        </a:defRPr>
      </a:lvl5pPr>
      <a:lvl6pPr marL="457200" algn="l" defTabSz="979488" rtl="0" eaLnBrk="1" fontAlgn="base" latinLnBrk="1" hangingPunct="1">
        <a:spcBef>
          <a:spcPct val="0"/>
        </a:spcBef>
        <a:spcAft>
          <a:spcPct val="0"/>
        </a:spcAft>
        <a:defRPr kumimoji="1" sz="2000" b="1">
          <a:solidFill>
            <a:srgbClr val="000000"/>
          </a:solidFill>
          <a:latin typeface="Tahoma" pitchFamily="34" charset="0"/>
          <a:cs typeface="Arial" charset="0"/>
        </a:defRPr>
      </a:lvl6pPr>
      <a:lvl7pPr marL="914400" algn="l" defTabSz="979488" rtl="0" eaLnBrk="1" fontAlgn="base" latinLnBrk="1" hangingPunct="1">
        <a:spcBef>
          <a:spcPct val="0"/>
        </a:spcBef>
        <a:spcAft>
          <a:spcPct val="0"/>
        </a:spcAft>
        <a:defRPr kumimoji="1" sz="2000" b="1">
          <a:solidFill>
            <a:srgbClr val="000000"/>
          </a:solidFill>
          <a:latin typeface="Tahoma" pitchFamily="34" charset="0"/>
          <a:cs typeface="Arial" charset="0"/>
        </a:defRPr>
      </a:lvl7pPr>
      <a:lvl8pPr marL="1371600" algn="l" defTabSz="979488" rtl="0" eaLnBrk="1" fontAlgn="base" latinLnBrk="1" hangingPunct="1">
        <a:spcBef>
          <a:spcPct val="0"/>
        </a:spcBef>
        <a:spcAft>
          <a:spcPct val="0"/>
        </a:spcAft>
        <a:defRPr kumimoji="1" sz="2000" b="1">
          <a:solidFill>
            <a:srgbClr val="000000"/>
          </a:solidFill>
          <a:latin typeface="Tahoma" pitchFamily="34" charset="0"/>
          <a:cs typeface="Arial" charset="0"/>
        </a:defRPr>
      </a:lvl8pPr>
      <a:lvl9pPr marL="1828800" algn="l" defTabSz="979488" rtl="0" eaLnBrk="1" fontAlgn="base" latinLnBrk="1" hangingPunct="1">
        <a:spcBef>
          <a:spcPct val="0"/>
        </a:spcBef>
        <a:spcAft>
          <a:spcPct val="0"/>
        </a:spcAft>
        <a:defRPr kumimoji="1" sz="2000" b="1">
          <a:solidFill>
            <a:srgbClr val="000000"/>
          </a:solidFill>
          <a:latin typeface="Tahoma" pitchFamily="34" charset="0"/>
          <a:cs typeface="Arial" charset="0"/>
        </a:defRPr>
      </a:lvl9pPr>
    </p:titleStyle>
    <p:bodyStyle>
      <a:lvl1pPr marL="88900" indent="-88900" algn="l" defTabSz="979488" rtl="0" eaLnBrk="1" fontAlgn="base" hangingPunct="1">
        <a:spcBef>
          <a:spcPct val="20000"/>
        </a:spcBef>
        <a:spcAft>
          <a:spcPct val="20000"/>
        </a:spcAft>
        <a:buChar char="•"/>
        <a:defRPr kumimoji="1" sz="1200" b="1">
          <a:solidFill>
            <a:schemeClr val="tx1"/>
          </a:solidFill>
          <a:latin typeface="Arial Narrow" panose="020B0606020202030204" pitchFamily="34" charset="0"/>
          <a:ea typeface="+mn-ea"/>
          <a:cs typeface="+mn-cs"/>
        </a:defRPr>
      </a:lvl1pPr>
      <a:lvl2pPr marL="447675" indent="-179388" algn="l" defTabSz="979488" rtl="0" eaLnBrk="1" fontAlgn="base" hangingPunct="1">
        <a:spcBef>
          <a:spcPct val="20000"/>
        </a:spcBef>
        <a:spcAft>
          <a:spcPct val="20000"/>
        </a:spcAft>
        <a:buFont typeface="Symbol" pitchFamily="18" charset="2"/>
        <a:buChar char="-"/>
        <a:defRPr kumimoji="1" sz="1200" b="1">
          <a:solidFill>
            <a:schemeClr val="tx1"/>
          </a:solidFill>
          <a:latin typeface="Arial Narrow" panose="020B0606020202030204" pitchFamily="34" charset="0"/>
          <a:ea typeface="+mn-ea"/>
          <a:cs typeface="+mn-cs"/>
        </a:defRPr>
      </a:lvl2pPr>
      <a:lvl3pPr marL="809625" indent="-182563" algn="l" defTabSz="979488" rtl="0" eaLnBrk="1" fontAlgn="base" hangingPunct="1">
        <a:spcBef>
          <a:spcPct val="20000"/>
        </a:spcBef>
        <a:spcAft>
          <a:spcPct val="20000"/>
        </a:spcAft>
        <a:buFont typeface="Arial" charset="0"/>
        <a:buChar char="•"/>
        <a:defRPr kumimoji="1" sz="1000">
          <a:solidFill>
            <a:schemeClr val="tx1"/>
          </a:solidFill>
          <a:latin typeface="Arial Narrow" panose="020B0606020202030204" pitchFamily="34" charset="0"/>
          <a:ea typeface="+mn-ea"/>
          <a:cs typeface="+mn-cs"/>
        </a:defRPr>
      </a:lvl3pPr>
      <a:lvl4pPr marL="1171575" indent="-182563" algn="l" defTabSz="979488" rtl="0" eaLnBrk="1" fontAlgn="base" hangingPunct="1">
        <a:spcBef>
          <a:spcPct val="20000"/>
        </a:spcBef>
        <a:spcAft>
          <a:spcPct val="20000"/>
        </a:spcAft>
        <a:buFont typeface="Symbol" pitchFamily="18" charset="2"/>
        <a:buChar char="-"/>
        <a:defRPr kumimoji="1" sz="1000">
          <a:solidFill>
            <a:srgbClr val="000000"/>
          </a:solidFill>
          <a:latin typeface="Arial Narrow" panose="020B0606020202030204" pitchFamily="34" charset="0"/>
          <a:ea typeface="+mn-ea"/>
          <a:cs typeface="+mn-cs"/>
        </a:defRPr>
      </a:lvl4pPr>
      <a:lvl5pPr marL="1528763" indent="-177800" algn="l" defTabSz="979488" rtl="0" eaLnBrk="1" fontAlgn="base" hangingPunct="1">
        <a:spcBef>
          <a:spcPct val="20000"/>
        </a:spcBef>
        <a:spcAft>
          <a:spcPct val="20000"/>
        </a:spcAft>
        <a:buFont typeface="Symbol" pitchFamily="18" charset="2"/>
        <a:buChar char="-"/>
        <a:defRPr kumimoji="1" sz="1000">
          <a:solidFill>
            <a:srgbClr val="000000"/>
          </a:solidFill>
          <a:latin typeface="Arial Narrow" panose="020B0606020202030204" pitchFamily="34" charset="0"/>
          <a:ea typeface="+mn-ea"/>
          <a:cs typeface="+mn-cs"/>
        </a:defRPr>
      </a:lvl5pPr>
      <a:lvl6pPr marL="1985963" indent="-177800" algn="l" defTabSz="979488" rtl="0" eaLnBrk="1" fontAlgn="base" hangingPunct="1">
        <a:spcBef>
          <a:spcPct val="20000"/>
        </a:spcBef>
        <a:spcAft>
          <a:spcPct val="20000"/>
        </a:spcAft>
        <a:buFont typeface="Symbol" pitchFamily="18" charset="2"/>
        <a:buChar char="-"/>
        <a:defRPr kumimoji="1" sz="1000">
          <a:solidFill>
            <a:srgbClr val="000000"/>
          </a:solidFill>
          <a:latin typeface="+mn-lt"/>
          <a:ea typeface="+mn-ea"/>
          <a:cs typeface="+mn-cs"/>
        </a:defRPr>
      </a:lvl6pPr>
      <a:lvl7pPr marL="2443163" indent="-177800" algn="l" defTabSz="979488" rtl="0" eaLnBrk="1" fontAlgn="base" hangingPunct="1">
        <a:spcBef>
          <a:spcPct val="20000"/>
        </a:spcBef>
        <a:spcAft>
          <a:spcPct val="20000"/>
        </a:spcAft>
        <a:buFont typeface="Symbol" pitchFamily="18" charset="2"/>
        <a:buChar char="-"/>
        <a:defRPr kumimoji="1" sz="1000">
          <a:solidFill>
            <a:srgbClr val="000000"/>
          </a:solidFill>
          <a:latin typeface="+mn-lt"/>
          <a:ea typeface="+mn-ea"/>
          <a:cs typeface="+mn-cs"/>
        </a:defRPr>
      </a:lvl7pPr>
      <a:lvl8pPr marL="2900363" indent="-177800" algn="l" defTabSz="979488" rtl="0" eaLnBrk="1" fontAlgn="base" hangingPunct="1">
        <a:spcBef>
          <a:spcPct val="20000"/>
        </a:spcBef>
        <a:spcAft>
          <a:spcPct val="20000"/>
        </a:spcAft>
        <a:buFont typeface="Symbol" pitchFamily="18" charset="2"/>
        <a:buChar char="-"/>
        <a:defRPr kumimoji="1" sz="1000">
          <a:solidFill>
            <a:srgbClr val="000000"/>
          </a:solidFill>
          <a:latin typeface="+mn-lt"/>
          <a:ea typeface="+mn-ea"/>
          <a:cs typeface="+mn-cs"/>
        </a:defRPr>
      </a:lvl8pPr>
      <a:lvl9pPr marL="3357563" indent="-177800" algn="l" defTabSz="979488" rtl="0" eaLnBrk="1" fontAlgn="base" hangingPunct="1">
        <a:spcBef>
          <a:spcPct val="20000"/>
        </a:spcBef>
        <a:spcAft>
          <a:spcPct val="20000"/>
        </a:spcAft>
        <a:buFont typeface="Symbol" pitchFamily="18" charset="2"/>
        <a:buChar char="-"/>
        <a:defRPr kumimoji="1" sz="10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 xmlns="">
        <p15:guide id="1" orient="horz" pos="2160">
          <p15:clr>
            <a:srgbClr val="F26B43"/>
          </p15:clr>
        </p15:guide>
        <p15:guide id="2" pos="3120">
          <p15:clr>
            <a:srgbClr val="F26B43"/>
          </p15:clr>
        </p15:guide>
      </p15:sldGuideLst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3"/>
            <a:ext cx="11142339" cy="44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3333CC"/>
                    </a:gs>
                    <a:gs pos="100000">
                      <a:srgbClr val="18185E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969" tIns="48984" rIns="97969" bIns="4898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 smtClean="0"/>
              <a:t>Click to edit Master title style</a:t>
            </a:r>
            <a:endParaRPr lang="ru-RU" altLang="en-US" dirty="0" smtClean="0"/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6490" y="549280"/>
            <a:ext cx="11970445" cy="583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Click to edit Master text styles</a:t>
            </a:r>
          </a:p>
          <a:p>
            <a:pPr lvl="1"/>
            <a:r>
              <a:rPr lang="en-US" altLang="ko-KR" dirty="0" smtClean="0"/>
              <a:t>Second level</a:t>
            </a:r>
          </a:p>
          <a:p>
            <a:pPr lvl="2"/>
            <a:r>
              <a:rPr lang="en-US" altLang="ko-KR" dirty="0" smtClean="0"/>
              <a:t>Third level</a:t>
            </a:r>
          </a:p>
          <a:p>
            <a:pPr lvl="3"/>
            <a:r>
              <a:rPr lang="en-US" altLang="ko-KR" dirty="0" smtClean="0"/>
              <a:t>Fourth level</a:t>
            </a:r>
          </a:p>
          <a:p>
            <a:pPr lvl="4"/>
            <a:r>
              <a:rPr lang="en-US" altLang="ko-KR" dirty="0" smtClean="0"/>
              <a:t>Fifth level</a:t>
            </a:r>
            <a:endParaRPr lang="en-US" altLang="en-US" dirty="0" smtClean="0"/>
          </a:p>
        </p:txBody>
      </p:sp>
      <p:sp>
        <p:nvSpPr>
          <p:cNvPr id="57349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232332" y="6628663"/>
            <a:ext cx="3722576" cy="2317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8570" tIns="38570" rIns="38570" bIns="38570" numCol="1" anchor="t" anchorCtr="0" compatLnSpc="1">
            <a:prstTxWarp prst="textNoShape">
              <a:avLst/>
            </a:prstTxWarp>
            <a:spAutoFit/>
          </a:bodyPr>
          <a:lstStyle>
            <a:lvl1pPr algn="ctr" defTabSz="979488">
              <a:defRPr kumimoji="1" sz="1000" smtClean="0">
                <a:latin typeface="Arial Narrow" panose="020B0606020202030204" pitchFamily="34" charset="0"/>
                <a:cs typeface="Times New Roman" pitchFamily="18" charset="0"/>
              </a:defRPr>
            </a:lvl1pPr>
          </a:lstStyle>
          <a:p>
            <a:pPr>
              <a:defRPr/>
            </a:pPr>
            <a:fld id="{C44BB140-AC54-4FDF-A512-D09A5773EEF6}" type="slidenum">
              <a:rPr lang="ru-RU" altLang="en-US">
                <a:solidFill>
                  <a:srgbClr val="000000"/>
                </a:solidFill>
                <a:ea typeface="돋움" pitchFamily="50" charset="-127"/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000000"/>
                </a:solidFill>
                <a:ea typeface="돋움" pitchFamily="50" charset="-127"/>
              </a:rPr>
              <a:t>/Total page (excluding Appendix)</a:t>
            </a:r>
            <a:endParaRPr lang="ru-RU" altLang="en-US">
              <a:solidFill>
                <a:srgbClr val="000000"/>
              </a:solidFill>
              <a:ea typeface="돋움" pitchFamily="50" charset="-127"/>
            </a:endParaRPr>
          </a:p>
        </p:txBody>
      </p:sp>
      <p:sp>
        <p:nvSpPr>
          <p:cNvPr id="9" name="직사각형 17"/>
          <p:cNvSpPr/>
          <p:nvPr userDrawn="1"/>
        </p:nvSpPr>
        <p:spPr>
          <a:xfrm>
            <a:off x="4951293" y="125413"/>
            <a:ext cx="1864613" cy="33855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600" dirty="0">
                <a:solidFill>
                  <a:srgbClr val="FFFFFF">
                    <a:lumMod val="75000"/>
                  </a:srgbClr>
                </a:solidFill>
                <a:latin typeface="Arial Narrow" panose="020B0606020202030204" pitchFamily="34" charset="0"/>
                <a:ea typeface="돋움" pitchFamily="50" charset="-127"/>
              </a:rPr>
              <a:t>LGE Internal Use Only</a:t>
            </a:r>
            <a:endParaRPr lang="ko-KR" altLang="en-US" sz="1600" dirty="0">
              <a:solidFill>
                <a:srgbClr val="FFFFFF">
                  <a:lumMod val="75000"/>
                </a:srgbClr>
              </a:solidFill>
              <a:latin typeface="Arial Narrow" panose="020B0606020202030204" pitchFamily="34" charset="0"/>
              <a:ea typeface="돋움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39129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4" r:id="rId6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79488" rtl="0" eaLnBrk="1" fontAlgn="base" latinLnBrk="1" hangingPunct="1">
        <a:spcBef>
          <a:spcPct val="0"/>
        </a:spcBef>
        <a:spcAft>
          <a:spcPct val="0"/>
        </a:spcAft>
        <a:defRPr kumimoji="1" sz="2000" b="1">
          <a:solidFill>
            <a:srgbClr val="000000"/>
          </a:solidFill>
          <a:latin typeface="Arial Narrow" panose="020B0606020202030204" pitchFamily="34" charset="0"/>
          <a:ea typeface="+mj-ea"/>
          <a:cs typeface="+mj-cs"/>
        </a:defRPr>
      </a:lvl1pPr>
      <a:lvl2pPr algn="l" defTabSz="979488" rtl="0" eaLnBrk="1" fontAlgn="base" latinLnBrk="1" hangingPunct="1">
        <a:spcBef>
          <a:spcPct val="0"/>
        </a:spcBef>
        <a:spcAft>
          <a:spcPct val="0"/>
        </a:spcAft>
        <a:defRPr kumimoji="1" b="1">
          <a:solidFill>
            <a:srgbClr val="000000"/>
          </a:solidFill>
          <a:latin typeface="Tahoma" pitchFamily="34" charset="0"/>
          <a:cs typeface="Arial" charset="0"/>
        </a:defRPr>
      </a:lvl2pPr>
      <a:lvl3pPr algn="l" defTabSz="979488" rtl="0" eaLnBrk="1" fontAlgn="base" latinLnBrk="1" hangingPunct="1">
        <a:spcBef>
          <a:spcPct val="0"/>
        </a:spcBef>
        <a:spcAft>
          <a:spcPct val="0"/>
        </a:spcAft>
        <a:defRPr kumimoji="1" b="1">
          <a:solidFill>
            <a:srgbClr val="000000"/>
          </a:solidFill>
          <a:latin typeface="Tahoma" pitchFamily="34" charset="0"/>
          <a:cs typeface="Arial" charset="0"/>
        </a:defRPr>
      </a:lvl3pPr>
      <a:lvl4pPr algn="l" defTabSz="979488" rtl="0" eaLnBrk="1" fontAlgn="base" latinLnBrk="1" hangingPunct="1">
        <a:spcBef>
          <a:spcPct val="0"/>
        </a:spcBef>
        <a:spcAft>
          <a:spcPct val="0"/>
        </a:spcAft>
        <a:defRPr kumimoji="1" b="1">
          <a:solidFill>
            <a:srgbClr val="000000"/>
          </a:solidFill>
          <a:latin typeface="Tahoma" pitchFamily="34" charset="0"/>
          <a:cs typeface="Arial" charset="0"/>
        </a:defRPr>
      </a:lvl4pPr>
      <a:lvl5pPr algn="l" defTabSz="979488" rtl="0" eaLnBrk="1" fontAlgn="base" latinLnBrk="1" hangingPunct="1">
        <a:spcBef>
          <a:spcPct val="0"/>
        </a:spcBef>
        <a:spcAft>
          <a:spcPct val="0"/>
        </a:spcAft>
        <a:defRPr kumimoji="1" b="1">
          <a:solidFill>
            <a:srgbClr val="000000"/>
          </a:solidFill>
          <a:latin typeface="Tahoma" pitchFamily="34" charset="0"/>
          <a:cs typeface="Arial" charset="0"/>
        </a:defRPr>
      </a:lvl5pPr>
      <a:lvl6pPr marL="457200" algn="l" defTabSz="979488" rtl="0" eaLnBrk="1" fontAlgn="base" latinLnBrk="1" hangingPunct="1">
        <a:spcBef>
          <a:spcPct val="0"/>
        </a:spcBef>
        <a:spcAft>
          <a:spcPct val="0"/>
        </a:spcAft>
        <a:defRPr kumimoji="1" sz="2000" b="1">
          <a:solidFill>
            <a:srgbClr val="000000"/>
          </a:solidFill>
          <a:latin typeface="Tahoma" pitchFamily="34" charset="0"/>
          <a:cs typeface="Arial" charset="0"/>
        </a:defRPr>
      </a:lvl6pPr>
      <a:lvl7pPr marL="914400" algn="l" defTabSz="979488" rtl="0" eaLnBrk="1" fontAlgn="base" latinLnBrk="1" hangingPunct="1">
        <a:spcBef>
          <a:spcPct val="0"/>
        </a:spcBef>
        <a:spcAft>
          <a:spcPct val="0"/>
        </a:spcAft>
        <a:defRPr kumimoji="1" sz="2000" b="1">
          <a:solidFill>
            <a:srgbClr val="000000"/>
          </a:solidFill>
          <a:latin typeface="Tahoma" pitchFamily="34" charset="0"/>
          <a:cs typeface="Arial" charset="0"/>
        </a:defRPr>
      </a:lvl7pPr>
      <a:lvl8pPr marL="1371600" algn="l" defTabSz="979488" rtl="0" eaLnBrk="1" fontAlgn="base" latinLnBrk="1" hangingPunct="1">
        <a:spcBef>
          <a:spcPct val="0"/>
        </a:spcBef>
        <a:spcAft>
          <a:spcPct val="0"/>
        </a:spcAft>
        <a:defRPr kumimoji="1" sz="2000" b="1">
          <a:solidFill>
            <a:srgbClr val="000000"/>
          </a:solidFill>
          <a:latin typeface="Tahoma" pitchFamily="34" charset="0"/>
          <a:cs typeface="Arial" charset="0"/>
        </a:defRPr>
      </a:lvl8pPr>
      <a:lvl9pPr marL="1828800" algn="l" defTabSz="979488" rtl="0" eaLnBrk="1" fontAlgn="base" latinLnBrk="1" hangingPunct="1">
        <a:spcBef>
          <a:spcPct val="0"/>
        </a:spcBef>
        <a:spcAft>
          <a:spcPct val="0"/>
        </a:spcAft>
        <a:defRPr kumimoji="1" sz="2000" b="1">
          <a:solidFill>
            <a:srgbClr val="000000"/>
          </a:solidFill>
          <a:latin typeface="Tahoma" pitchFamily="34" charset="0"/>
          <a:cs typeface="Arial" charset="0"/>
        </a:defRPr>
      </a:lvl9pPr>
    </p:titleStyle>
    <p:bodyStyle>
      <a:lvl1pPr marL="88900" indent="-88900" algn="l" defTabSz="979488" rtl="0" eaLnBrk="1" fontAlgn="base" hangingPunct="1">
        <a:spcBef>
          <a:spcPct val="20000"/>
        </a:spcBef>
        <a:spcAft>
          <a:spcPct val="20000"/>
        </a:spcAft>
        <a:buChar char="•"/>
        <a:defRPr kumimoji="1" sz="1200" b="1">
          <a:solidFill>
            <a:schemeClr val="tx1"/>
          </a:solidFill>
          <a:latin typeface="Arial Narrow" panose="020B0606020202030204" pitchFamily="34" charset="0"/>
          <a:ea typeface="+mn-ea"/>
          <a:cs typeface="+mn-cs"/>
        </a:defRPr>
      </a:lvl1pPr>
      <a:lvl2pPr marL="447675" indent="-179388" algn="l" defTabSz="979488" rtl="0" eaLnBrk="1" fontAlgn="base" hangingPunct="1">
        <a:spcBef>
          <a:spcPct val="20000"/>
        </a:spcBef>
        <a:spcAft>
          <a:spcPct val="20000"/>
        </a:spcAft>
        <a:buFont typeface="Symbol" pitchFamily="18" charset="2"/>
        <a:buChar char="-"/>
        <a:defRPr kumimoji="1" sz="1200" b="1">
          <a:solidFill>
            <a:schemeClr val="tx1"/>
          </a:solidFill>
          <a:latin typeface="Arial Narrow" panose="020B0606020202030204" pitchFamily="34" charset="0"/>
          <a:ea typeface="+mn-ea"/>
          <a:cs typeface="+mn-cs"/>
        </a:defRPr>
      </a:lvl2pPr>
      <a:lvl3pPr marL="809625" indent="-182563" algn="l" defTabSz="979488" rtl="0" eaLnBrk="1" fontAlgn="base" hangingPunct="1">
        <a:spcBef>
          <a:spcPct val="20000"/>
        </a:spcBef>
        <a:spcAft>
          <a:spcPct val="20000"/>
        </a:spcAft>
        <a:buFont typeface="Arial" charset="0"/>
        <a:buChar char="•"/>
        <a:defRPr kumimoji="1" sz="1000">
          <a:solidFill>
            <a:schemeClr val="tx1"/>
          </a:solidFill>
          <a:latin typeface="Arial Narrow" panose="020B0606020202030204" pitchFamily="34" charset="0"/>
          <a:ea typeface="+mn-ea"/>
          <a:cs typeface="+mn-cs"/>
        </a:defRPr>
      </a:lvl3pPr>
      <a:lvl4pPr marL="1171575" indent="-182563" algn="l" defTabSz="979488" rtl="0" eaLnBrk="1" fontAlgn="base" hangingPunct="1">
        <a:spcBef>
          <a:spcPct val="20000"/>
        </a:spcBef>
        <a:spcAft>
          <a:spcPct val="20000"/>
        </a:spcAft>
        <a:buFont typeface="Symbol" pitchFamily="18" charset="2"/>
        <a:buChar char="-"/>
        <a:defRPr kumimoji="1" sz="1000">
          <a:solidFill>
            <a:srgbClr val="000000"/>
          </a:solidFill>
          <a:latin typeface="Arial Narrow" panose="020B0606020202030204" pitchFamily="34" charset="0"/>
          <a:ea typeface="+mn-ea"/>
          <a:cs typeface="+mn-cs"/>
        </a:defRPr>
      </a:lvl4pPr>
      <a:lvl5pPr marL="1528763" indent="-177800" algn="l" defTabSz="979488" rtl="0" eaLnBrk="1" fontAlgn="base" hangingPunct="1">
        <a:spcBef>
          <a:spcPct val="20000"/>
        </a:spcBef>
        <a:spcAft>
          <a:spcPct val="20000"/>
        </a:spcAft>
        <a:buFont typeface="Symbol" pitchFamily="18" charset="2"/>
        <a:buChar char="-"/>
        <a:defRPr kumimoji="1" sz="1000">
          <a:solidFill>
            <a:srgbClr val="000000"/>
          </a:solidFill>
          <a:latin typeface="Arial Narrow" panose="020B0606020202030204" pitchFamily="34" charset="0"/>
          <a:ea typeface="+mn-ea"/>
          <a:cs typeface="+mn-cs"/>
        </a:defRPr>
      </a:lvl5pPr>
      <a:lvl6pPr marL="1985963" indent="-177800" algn="l" defTabSz="979488" rtl="0" eaLnBrk="1" fontAlgn="base" hangingPunct="1">
        <a:spcBef>
          <a:spcPct val="20000"/>
        </a:spcBef>
        <a:spcAft>
          <a:spcPct val="20000"/>
        </a:spcAft>
        <a:buFont typeface="Symbol" pitchFamily="18" charset="2"/>
        <a:buChar char="-"/>
        <a:defRPr kumimoji="1" sz="1000">
          <a:solidFill>
            <a:srgbClr val="000000"/>
          </a:solidFill>
          <a:latin typeface="+mn-lt"/>
          <a:ea typeface="+mn-ea"/>
          <a:cs typeface="+mn-cs"/>
        </a:defRPr>
      </a:lvl6pPr>
      <a:lvl7pPr marL="2443163" indent="-177800" algn="l" defTabSz="979488" rtl="0" eaLnBrk="1" fontAlgn="base" hangingPunct="1">
        <a:spcBef>
          <a:spcPct val="20000"/>
        </a:spcBef>
        <a:spcAft>
          <a:spcPct val="20000"/>
        </a:spcAft>
        <a:buFont typeface="Symbol" pitchFamily="18" charset="2"/>
        <a:buChar char="-"/>
        <a:defRPr kumimoji="1" sz="1000">
          <a:solidFill>
            <a:srgbClr val="000000"/>
          </a:solidFill>
          <a:latin typeface="+mn-lt"/>
          <a:ea typeface="+mn-ea"/>
          <a:cs typeface="+mn-cs"/>
        </a:defRPr>
      </a:lvl7pPr>
      <a:lvl8pPr marL="2900363" indent="-177800" algn="l" defTabSz="979488" rtl="0" eaLnBrk="1" fontAlgn="base" hangingPunct="1">
        <a:spcBef>
          <a:spcPct val="20000"/>
        </a:spcBef>
        <a:spcAft>
          <a:spcPct val="20000"/>
        </a:spcAft>
        <a:buFont typeface="Symbol" pitchFamily="18" charset="2"/>
        <a:buChar char="-"/>
        <a:defRPr kumimoji="1" sz="1000">
          <a:solidFill>
            <a:srgbClr val="000000"/>
          </a:solidFill>
          <a:latin typeface="+mn-lt"/>
          <a:ea typeface="+mn-ea"/>
          <a:cs typeface="+mn-cs"/>
        </a:defRPr>
      </a:lvl8pPr>
      <a:lvl9pPr marL="3357563" indent="-177800" algn="l" defTabSz="979488" rtl="0" eaLnBrk="1" fontAlgn="base" hangingPunct="1">
        <a:spcBef>
          <a:spcPct val="20000"/>
        </a:spcBef>
        <a:spcAft>
          <a:spcPct val="20000"/>
        </a:spcAft>
        <a:buFont typeface="Symbol" pitchFamily="18" charset="2"/>
        <a:buChar char="-"/>
        <a:defRPr kumimoji="1" sz="10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 xmlns="">
        <p15:guide id="1" orient="horz" pos="2160">
          <p15:clr>
            <a:srgbClr val="F26B43"/>
          </p15:clr>
        </p15:guide>
        <p15:guide id="2" pos="3120">
          <p15:clr>
            <a:srgbClr val="F26B43"/>
          </p15:clr>
        </p15:guide>
      </p15:sldGuideLst>
    </p:ext>
  </p:extLst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3"/>
            <a:ext cx="11142339" cy="44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3333CC"/>
                    </a:gs>
                    <a:gs pos="100000">
                      <a:srgbClr val="18185E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969" tIns="48984" rIns="97969" bIns="4898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 smtClean="0"/>
              <a:t>Click to edit Master title style</a:t>
            </a:r>
            <a:endParaRPr lang="ru-RU" altLang="en-US" dirty="0" smtClean="0"/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6490" y="549280"/>
            <a:ext cx="11970445" cy="583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Click to edit Master text styles</a:t>
            </a:r>
          </a:p>
          <a:p>
            <a:pPr lvl="1"/>
            <a:r>
              <a:rPr lang="en-US" altLang="ko-KR" dirty="0" smtClean="0"/>
              <a:t>Second level</a:t>
            </a:r>
          </a:p>
          <a:p>
            <a:pPr lvl="2"/>
            <a:r>
              <a:rPr lang="en-US" altLang="ko-KR" dirty="0" smtClean="0"/>
              <a:t>Third level</a:t>
            </a:r>
          </a:p>
          <a:p>
            <a:pPr lvl="3"/>
            <a:r>
              <a:rPr lang="en-US" altLang="ko-KR" dirty="0" smtClean="0"/>
              <a:t>Fourth level</a:t>
            </a:r>
          </a:p>
          <a:p>
            <a:pPr lvl="4"/>
            <a:r>
              <a:rPr lang="en-US" altLang="ko-KR" dirty="0" smtClean="0"/>
              <a:t>Fifth level</a:t>
            </a:r>
            <a:endParaRPr lang="en-US" altLang="en-US" dirty="0" smtClean="0"/>
          </a:p>
        </p:txBody>
      </p:sp>
      <p:sp>
        <p:nvSpPr>
          <p:cNvPr id="57349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232332" y="6628663"/>
            <a:ext cx="3722576" cy="2317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8570" tIns="38570" rIns="38570" bIns="38570" numCol="1" anchor="t" anchorCtr="0" compatLnSpc="1">
            <a:prstTxWarp prst="textNoShape">
              <a:avLst/>
            </a:prstTxWarp>
            <a:spAutoFit/>
          </a:bodyPr>
          <a:lstStyle>
            <a:lvl1pPr algn="ctr" defTabSz="979488">
              <a:defRPr kumimoji="1" sz="1000" smtClean="0">
                <a:latin typeface="Arial Narrow" panose="020B0606020202030204" pitchFamily="34" charset="0"/>
                <a:cs typeface="Times New Roman" pitchFamily="18" charset="0"/>
              </a:defRPr>
            </a:lvl1pPr>
          </a:lstStyle>
          <a:p>
            <a:pPr>
              <a:defRPr/>
            </a:pPr>
            <a:fld id="{C44BB140-AC54-4FDF-A512-D09A5773EEF6}" type="slidenum">
              <a:rPr lang="ru-RU" altLang="en-US">
                <a:solidFill>
                  <a:srgbClr val="000000"/>
                </a:solidFill>
                <a:ea typeface="돋움" pitchFamily="50" charset="-127"/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000000"/>
                </a:solidFill>
                <a:ea typeface="돋움" pitchFamily="50" charset="-127"/>
              </a:rPr>
              <a:t>/Total page (excluding Appendix)</a:t>
            </a:r>
            <a:endParaRPr lang="ru-RU" altLang="en-US">
              <a:solidFill>
                <a:srgbClr val="000000"/>
              </a:solidFill>
              <a:ea typeface="돋움" pitchFamily="50" charset="-127"/>
            </a:endParaRPr>
          </a:p>
        </p:txBody>
      </p:sp>
      <p:sp>
        <p:nvSpPr>
          <p:cNvPr id="9" name="직사각형 17"/>
          <p:cNvSpPr/>
          <p:nvPr userDrawn="1"/>
        </p:nvSpPr>
        <p:spPr>
          <a:xfrm>
            <a:off x="4951293" y="125413"/>
            <a:ext cx="1864613" cy="33855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600" dirty="0">
                <a:solidFill>
                  <a:srgbClr val="FFFFFF">
                    <a:lumMod val="75000"/>
                  </a:srgbClr>
                </a:solidFill>
                <a:latin typeface="Arial Narrow" panose="020B0606020202030204" pitchFamily="34" charset="0"/>
                <a:ea typeface="돋움" pitchFamily="50" charset="-127"/>
              </a:rPr>
              <a:t>LGE Internal Use Only</a:t>
            </a:r>
            <a:endParaRPr lang="ko-KR" altLang="en-US" sz="1600" dirty="0">
              <a:solidFill>
                <a:srgbClr val="FFFFFF">
                  <a:lumMod val="75000"/>
                </a:srgbClr>
              </a:solidFill>
              <a:latin typeface="Arial Narrow" panose="020B0606020202030204" pitchFamily="34" charset="0"/>
              <a:ea typeface="돋움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42349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1" r:id="rId5"/>
    <p:sldLayoutId id="2147483712" r:id="rId6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79488" rtl="0" eaLnBrk="1" fontAlgn="base" latinLnBrk="1" hangingPunct="1">
        <a:spcBef>
          <a:spcPct val="0"/>
        </a:spcBef>
        <a:spcAft>
          <a:spcPct val="0"/>
        </a:spcAft>
        <a:defRPr kumimoji="1" sz="2000" b="1">
          <a:solidFill>
            <a:srgbClr val="000000"/>
          </a:solidFill>
          <a:latin typeface="Arial Narrow" panose="020B0606020202030204" pitchFamily="34" charset="0"/>
          <a:ea typeface="+mj-ea"/>
          <a:cs typeface="+mj-cs"/>
        </a:defRPr>
      </a:lvl1pPr>
      <a:lvl2pPr algn="l" defTabSz="979488" rtl="0" eaLnBrk="1" fontAlgn="base" latinLnBrk="1" hangingPunct="1">
        <a:spcBef>
          <a:spcPct val="0"/>
        </a:spcBef>
        <a:spcAft>
          <a:spcPct val="0"/>
        </a:spcAft>
        <a:defRPr kumimoji="1" b="1">
          <a:solidFill>
            <a:srgbClr val="000000"/>
          </a:solidFill>
          <a:latin typeface="Tahoma" pitchFamily="34" charset="0"/>
          <a:cs typeface="Arial" charset="0"/>
        </a:defRPr>
      </a:lvl2pPr>
      <a:lvl3pPr algn="l" defTabSz="979488" rtl="0" eaLnBrk="1" fontAlgn="base" latinLnBrk="1" hangingPunct="1">
        <a:spcBef>
          <a:spcPct val="0"/>
        </a:spcBef>
        <a:spcAft>
          <a:spcPct val="0"/>
        </a:spcAft>
        <a:defRPr kumimoji="1" b="1">
          <a:solidFill>
            <a:srgbClr val="000000"/>
          </a:solidFill>
          <a:latin typeface="Tahoma" pitchFamily="34" charset="0"/>
          <a:cs typeface="Arial" charset="0"/>
        </a:defRPr>
      </a:lvl3pPr>
      <a:lvl4pPr algn="l" defTabSz="979488" rtl="0" eaLnBrk="1" fontAlgn="base" latinLnBrk="1" hangingPunct="1">
        <a:spcBef>
          <a:spcPct val="0"/>
        </a:spcBef>
        <a:spcAft>
          <a:spcPct val="0"/>
        </a:spcAft>
        <a:defRPr kumimoji="1" b="1">
          <a:solidFill>
            <a:srgbClr val="000000"/>
          </a:solidFill>
          <a:latin typeface="Tahoma" pitchFamily="34" charset="0"/>
          <a:cs typeface="Arial" charset="0"/>
        </a:defRPr>
      </a:lvl4pPr>
      <a:lvl5pPr algn="l" defTabSz="979488" rtl="0" eaLnBrk="1" fontAlgn="base" latinLnBrk="1" hangingPunct="1">
        <a:spcBef>
          <a:spcPct val="0"/>
        </a:spcBef>
        <a:spcAft>
          <a:spcPct val="0"/>
        </a:spcAft>
        <a:defRPr kumimoji="1" b="1">
          <a:solidFill>
            <a:srgbClr val="000000"/>
          </a:solidFill>
          <a:latin typeface="Tahoma" pitchFamily="34" charset="0"/>
          <a:cs typeface="Arial" charset="0"/>
        </a:defRPr>
      </a:lvl5pPr>
      <a:lvl6pPr marL="457200" algn="l" defTabSz="979488" rtl="0" eaLnBrk="1" fontAlgn="base" latinLnBrk="1" hangingPunct="1">
        <a:spcBef>
          <a:spcPct val="0"/>
        </a:spcBef>
        <a:spcAft>
          <a:spcPct val="0"/>
        </a:spcAft>
        <a:defRPr kumimoji="1" sz="2000" b="1">
          <a:solidFill>
            <a:srgbClr val="000000"/>
          </a:solidFill>
          <a:latin typeface="Tahoma" pitchFamily="34" charset="0"/>
          <a:cs typeface="Arial" charset="0"/>
        </a:defRPr>
      </a:lvl6pPr>
      <a:lvl7pPr marL="914400" algn="l" defTabSz="979488" rtl="0" eaLnBrk="1" fontAlgn="base" latinLnBrk="1" hangingPunct="1">
        <a:spcBef>
          <a:spcPct val="0"/>
        </a:spcBef>
        <a:spcAft>
          <a:spcPct val="0"/>
        </a:spcAft>
        <a:defRPr kumimoji="1" sz="2000" b="1">
          <a:solidFill>
            <a:srgbClr val="000000"/>
          </a:solidFill>
          <a:latin typeface="Tahoma" pitchFamily="34" charset="0"/>
          <a:cs typeface="Arial" charset="0"/>
        </a:defRPr>
      </a:lvl7pPr>
      <a:lvl8pPr marL="1371600" algn="l" defTabSz="979488" rtl="0" eaLnBrk="1" fontAlgn="base" latinLnBrk="1" hangingPunct="1">
        <a:spcBef>
          <a:spcPct val="0"/>
        </a:spcBef>
        <a:spcAft>
          <a:spcPct val="0"/>
        </a:spcAft>
        <a:defRPr kumimoji="1" sz="2000" b="1">
          <a:solidFill>
            <a:srgbClr val="000000"/>
          </a:solidFill>
          <a:latin typeface="Tahoma" pitchFamily="34" charset="0"/>
          <a:cs typeface="Arial" charset="0"/>
        </a:defRPr>
      </a:lvl8pPr>
      <a:lvl9pPr marL="1828800" algn="l" defTabSz="979488" rtl="0" eaLnBrk="1" fontAlgn="base" latinLnBrk="1" hangingPunct="1">
        <a:spcBef>
          <a:spcPct val="0"/>
        </a:spcBef>
        <a:spcAft>
          <a:spcPct val="0"/>
        </a:spcAft>
        <a:defRPr kumimoji="1" sz="2000" b="1">
          <a:solidFill>
            <a:srgbClr val="000000"/>
          </a:solidFill>
          <a:latin typeface="Tahoma" pitchFamily="34" charset="0"/>
          <a:cs typeface="Arial" charset="0"/>
        </a:defRPr>
      </a:lvl9pPr>
    </p:titleStyle>
    <p:bodyStyle>
      <a:lvl1pPr marL="88900" indent="-88900" algn="l" defTabSz="979488" rtl="0" eaLnBrk="1" fontAlgn="base" hangingPunct="1">
        <a:spcBef>
          <a:spcPct val="20000"/>
        </a:spcBef>
        <a:spcAft>
          <a:spcPct val="20000"/>
        </a:spcAft>
        <a:buChar char="•"/>
        <a:defRPr kumimoji="1" sz="1200" b="1">
          <a:solidFill>
            <a:schemeClr val="tx1"/>
          </a:solidFill>
          <a:latin typeface="Arial Narrow" panose="020B0606020202030204" pitchFamily="34" charset="0"/>
          <a:ea typeface="+mn-ea"/>
          <a:cs typeface="+mn-cs"/>
        </a:defRPr>
      </a:lvl1pPr>
      <a:lvl2pPr marL="447675" indent="-179388" algn="l" defTabSz="979488" rtl="0" eaLnBrk="1" fontAlgn="base" hangingPunct="1">
        <a:spcBef>
          <a:spcPct val="20000"/>
        </a:spcBef>
        <a:spcAft>
          <a:spcPct val="20000"/>
        </a:spcAft>
        <a:buFont typeface="Symbol" pitchFamily="18" charset="2"/>
        <a:buChar char="-"/>
        <a:defRPr kumimoji="1" sz="1200" b="1">
          <a:solidFill>
            <a:schemeClr val="tx1"/>
          </a:solidFill>
          <a:latin typeface="Arial Narrow" panose="020B0606020202030204" pitchFamily="34" charset="0"/>
          <a:ea typeface="+mn-ea"/>
          <a:cs typeface="+mn-cs"/>
        </a:defRPr>
      </a:lvl2pPr>
      <a:lvl3pPr marL="809625" indent="-182563" algn="l" defTabSz="979488" rtl="0" eaLnBrk="1" fontAlgn="base" hangingPunct="1">
        <a:spcBef>
          <a:spcPct val="20000"/>
        </a:spcBef>
        <a:spcAft>
          <a:spcPct val="20000"/>
        </a:spcAft>
        <a:buFont typeface="Arial" charset="0"/>
        <a:buChar char="•"/>
        <a:defRPr kumimoji="1" sz="1000">
          <a:solidFill>
            <a:schemeClr val="tx1"/>
          </a:solidFill>
          <a:latin typeface="Arial Narrow" panose="020B0606020202030204" pitchFamily="34" charset="0"/>
          <a:ea typeface="+mn-ea"/>
          <a:cs typeface="+mn-cs"/>
        </a:defRPr>
      </a:lvl3pPr>
      <a:lvl4pPr marL="1171575" indent="-182563" algn="l" defTabSz="979488" rtl="0" eaLnBrk="1" fontAlgn="base" hangingPunct="1">
        <a:spcBef>
          <a:spcPct val="20000"/>
        </a:spcBef>
        <a:spcAft>
          <a:spcPct val="20000"/>
        </a:spcAft>
        <a:buFont typeface="Symbol" pitchFamily="18" charset="2"/>
        <a:buChar char="-"/>
        <a:defRPr kumimoji="1" sz="1000">
          <a:solidFill>
            <a:srgbClr val="000000"/>
          </a:solidFill>
          <a:latin typeface="Arial Narrow" panose="020B0606020202030204" pitchFamily="34" charset="0"/>
          <a:ea typeface="+mn-ea"/>
          <a:cs typeface="+mn-cs"/>
        </a:defRPr>
      </a:lvl4pPr>
      <a:lvl5pPr marL="1528763" indent="-177800" algn="l" defTabSz="979488" rtl="0" eaLnBrk="1" fontAlgn="base" hangingPunct="1">
        <a:spcBef>
          <a:spcPct val="20000"/>
        </a:spcBef>
        <a:spcAft>
          <a:spcPct val="20000"/>
        </a:spcAft>
        <a:buFont typeface="Symbol" pitchFamily="18" charset="2"/>
        <a:buChar char="-"/>
        <a:defRPr kumimoji="1" sz="1000">
          <a:solidFill>
            <a:srgbClr val="000000"/>
          </a:solidFill>
          <a:latin typeface="Arial Narrow" panose="020B0606020202030204" pitchFamily="34" charset="0"/>
          <a:ea typeface="+mn-ea"/>
          <a:cs typeface="+mn-cs"/>
        </a:defRPr>
      </a:lvl5pPr>
      <a:lvl6pPr marL="1985963" indent="-177800" algn="l" defTabSz="979488" rtl="0" eaLnBrk="1" fontAlgn="base" hangingPunct="1">
        <a:spcBef>
          <a:spcPct val="20000"/>
        </a:spcBef>
        <a:spcAft>
          <a:spcPct val="20000"/>
        </a:spcAft>
        <a:buFont typeface="Symbol" pitchFamily="18" charset="2"/>
        <a:buChar char="-"/>
        <a:defRPr kumimoji="1" sz="1000">
          <a:solidFill>
            <a:srgbClr val="000000"/>
          </a:solidFill>
          <a:latin typeface="+mn-lt"/>
          <a:ea typeface="+mn-ea"/>
          <a:cs typeface="+mn-cs"/>
        </a:defRPr>
      </a:lvl6pPr>
      <a:lvl7pPr marL="2443163" indent="-177800" algn="l" defTabSz="979488" rtl="0" eaLnBrk="1" fontAlgn="base" hangingPunct="1">
        <a:spcBef>
          <a:spcPct val="20000"/>
        </a:spcBef>
        <a:spcAft>
          <a:spcPct val="20000"/>
        </a:spcAft>
        <a:buFont typeface="Symbol" pitchFamily="18" charset="2"/>
        <a:buChar char="-"/>
        <a:defRPr kumimoji="1" sz="1000">
          <a:solidFill>
            <a:srgbClr val="000000"/>
          </a:solidFill>
          <a:latin typeface="+mn-lt"/>
          <a:ea typeface="+mn-ea"/>
          <a:cs typeface="+mn-cs"/>
        </a:defRPr>
      </a:lvl7pPr>
      <a:lvl8pPr marL="2900363" indent="-177800" algn="l" defTabSz="979488" rtl="0" eaLnBrk="1" fontAlgn="base" hangingPunct="1">
        <a:spcBef>
          <a:spcPct val="20000"/>
        </a:spcBef>
        <a:spcAft>
          <a:spcPct val="20000"/>
        </a:spcAft>
        <a:buFont typeface="Symbol" pitchFamily="18" charset="2"/>
        <a:buChar char="-"/>
        <a:defRPr kumimoji="1" sz="1000">
          <a:solidFill>
            <a:srgbClr val="000000"/>
          </a:solidFill>
          <a:latin typeface="+mn-lt"/>
          <a:ea typeface="+mn-ea"/>
          <a:cs typeface="+mn-cs"/>
        </a:defRPr>
      </a:lvl8pPr>
      <a:lvl9pPr marL="3357563" indent="-177800" algn="l" defTabSz="979488" rtl="0" eaLnBrk="1" fontAlgn="base" hangingPunct="1">
        <a:spcBef>
          <a:spcPct val="20000"/>
        </a:spcBef>
        <a:spcAft>
          <a:spcPct val="20000"/>
        </a:spcAft>
        <a:buFont typeface="Symbol" pitchFamily="18" charset="2"/>
        <a:buChar char="-"/>
        <a:defRPr kumimoji="1" sz="10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="" xmlns:p15="http://schemas.microsoft.com/office/powerpoint/2012/main">
        <p15:guide id="1" orient="horz" pos="2160">
          <p15:clr>
            <a:srgbClr val="F26B43"/>
          </p15:clr>
        </p15:guide>
        <p15:guide id="2" pos="3120">
          <p15:clr>
            <a:srgbClr val="F26B43"/>
          </p15:clr>
        </p15:guide>
      </p15:sldGuideLst>
    </p:ext>
  </p:extLst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3"/>
            <a:ext cx="11142339" cy="44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3333CC"/>
                    </a:gs>
                    <a:gs pos="100000">
                      <a:srgbClr val="18185E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969" tIns="48984" rIns="97969" bIns="4898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 smtClean="0"/>
              <a:t>Click to edit Master title style</a:t>
            </a:r>
            <a:endParaRPr lang="ru-RU" altLang="en-US" dirty="0" smtClean="0"/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6490" y="549280"/>
            <a:ext cx="11970445" cy="583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Click to edit Master text styles</a:t>
            </a:r>
          </a:p>
          <a:p>
            <a:pPr lvl="1"/>
            <a:r>
              <a:rPr lang="en-US" altLang="ko-KR" dirty="0" smtClean="0"/>
              <a:t>Second level</a:t>
            </a:r>
          </a:p>
          <a:p>
            <a:pPr lvl="2"/>
            <a:r>
              <a:rPr lang="en-US" altLang="ko-KR" dirty="0" smtClean="0"/>
              <a:t>Third level</a:t>
            </a:r>
          </a:p>
          <a:p>
            <a:pPr lvl="3"/>
            <a:r>
              <a:rPr lang="en-US" altLang="ko-KR" dirty="0" smtClean="0"/>
              <a:t>Fourth level</a:t>
            </a:r>
          </a:p>
          <a:p>
            <a:pPr lvl="4"/>
            <a:r>
              <a:rPr lang="en-US" altLang="ko-KR" dirty="0" smtClean="0"/>
              <a:t>Fifth level</a:t>
            </a:r>
            <a:endParaRPr lang="en-US" altLang="en-US" dirty="0" smtClean="0"/>
          </a:p>
        </p:txBody>
      </p:sp>
      <p:sp>
        <p:nvSpPr>
          <p:cNvPr id="57349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232332" y="6628663"/>
            <a:ext cx="3722576" cy="2317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8570" tIns="38570" rIns="38570" bIns="38570" numCol="1" anchor="t" anchorCtr="0" compatLnSpc="1">
            <a:prstTxWarp prst="textNoShape">
              <a:avLst/>
            </a:prstTxWarp>
            <a:spAutoFit/>
          </a:bodyPr>
          <a:lstStyle>
            <a:lvl1pPr algn="ctr" defTabSz="979488">
              <a:defRPr kumimoji="1" sz="1000" smtClean="0">
                <a:latin typeface="Arial Narrow" panose="020B0606020202030204" pitchFamily="34" charset="0"/>
                <a:cs typeface="Times New Roman" pitchFamily="18" charset="0"/>
              </a:defRPr>
            </a:lvl1pPr>
          </a:lstStyle>
          <a:p>
            <a:pPr>
              <a:defRPr/>
            </a:pPr>
            <a:fld id="{C44BB140-AC54-4FDF-A512-D09A5773EEF6}" type="slidenum">
              <a:rPr lang="ru-RU" altLang="en-US">
                <a:solidFill>
                  <a:srgbClr val="000000"/>
                </a:solidFill>
                <a:ea typeface="돋움" pitchFamily="50" charset="-127"/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000000"/>
                </a:solidFill>
                <a:ea typeface="돋움" pitchFamily="50" charset="-127"/>
              </a:rPr>
              <a:t>/Total page (excluding Appendix)</a:t>
            </a:r>
            <a:endParaRPr lang="ru-RU" altLang="en-US">
              <a:solidFill>
                <a:srgbClr val="000000"/>
              </a:solidFill>
              <a:ea typeface="돋움" pitchFamily="50" charset="-127"/>
            </a:endParaRPr>
          </a:p>
        </p:txBody>
      </p:sp>
      <p:sp>
        <p:nvSpPr>
          <p:cNvPr id="9" name="직사각형 17"/>
          <p:cNvSpPr/>
          <p:nvPr userDrawn="1"/>
        </p:nvSpPr>
        <p:spPr>
          <a:xfrm>
            <a:off x="4951293" y="125413"/>
            <a:ext cx="1864613" cy="33855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600" dirty="0">
                <a:solidFill>
                  <a:srgbClr val="FFFFFF">
                    <a:lumMod val="75000"/>
                  </a:srgbClr>
                </a:solidFill>
                <a:latin typeface="Arial Narrow" panose="020B0606020202030204" pitchFamily="34" charset="0"/>
                <a:ea typeface="돋움" pitchFamily="50" charset="-127"/>
              </a:rPr>
              <a:t>LGE Internal Use Only</a:t>
            </a:r>
            <a:endParaRPr lang="ko-KR" altLang="en-US" sz="1600" dirty="0">
              <a:solidFill>
                <a:srgbClr val="FFFFFF">
                  <a:lumMod val="75000"/>
                </a:srgbClr>
              </a:solidFill>
              <a:latin typeface="Arial Narrow" panose="020B0606020202030204" pitchFamily="34" charset="0"/>
              <a:ea typeface="돋움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59370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9" r:id="rId5"/>
    <p:sldLayoutId id="2147483720" r:id="rId6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79488" rtl="0" eaLnBrk="1" fontAlgn="base" latinLnBrk="1" hangingPunct="1">
        <a:spcBef>
          <a:spcPct val="0"/>
        </a:spcBef>
        <a:spcAft>
          <a:spcPct val="0"/>
        </a:spcAft>
        <a:defRPr kumimoji="1" sz="2000" b="1">
          <a:solidFill>
            <a:srgbClr val="000000"/>
          </a:solidFill>
          <a:latin typeface="Arial Narrow" panose="020B0606020202030204" pitchFamily="34" charset="0"/>
          <a:ea typeface="+mj-ea"/>
          <a:cs typeface="+mj-cs"/>
        </a:defRPr>
      </a:lvl1pPr>
      <a:lvl2pPr algn="l" defTabSz="979488" rtl="0" eaLnBrk="1" fontAlgn="base" latinLnBrk="1" hangingPunct="1">
        <a:spcBef>
          <a:spcPct val="0"/>
        </a:spcBef>
        <a:spcAft>
          <a:spcPct val="0"/>
        </a:spcAft>
        <a:defRPr kumimoji="1" b="1">
          <a:solidFill>
            <a:srgbClr val="000000"/>
          </a:solidFill>
          <a:latin typeface="Tahoma" pitchFamily="34" charset="0"/>
          <a:cs typeface="Arial" charset="0"/>
        </a:defRPr>
      </a:lvl2pPr>
      <a:lvl3pPr algn="l" defTabSz="979488" rtl="0" eaLnBrk="1" fontAlgn="base" latinLnBrk="1" hangingPunct="1">
        <a:spcBef>
          <a:spcPct val="0"/>
        </a:spcBef>
        <a:spcAft>
          <a:spcPct val="0"/>
        </a:spcAft>
        <a:defRPr kumimoji="1" b="1">
          <a:solidFill>
            <a:srgbClr val="000000"/>
          </a:solidFill>
          <a:latin typeface="Tahoma" pitchFamily="34" charset="0"/>
          <a:cs typeface="Arial" charset="0"/>
        </a:defRPr>
      </a:lvl3pPr>
      <a:lvl4pPr algn="l" defTabSz="979488" rtl="0" eaLnBrk="1" fontAlgn="base" latinLnBrk="1" hangingPunct="1">
        <a:spcBef>
          <a:spcPct val="0"/>
        </a:spcBef>
        <a:spcAft>
          <a:spcPct val="0"/>
        </a:spcAft>
        <a:defRPr kumimoji="1" b="1">
          <a:solidFill>
            <a:srgbClr val="000000"/>
          </a:solidFill>
          <a:latin typeface="Tahoma" pitchFamily="34" charset="0"/>
          <a:cs typeface="Arial" charset="0"/>
        </a:defRPr>
      </a:lvl4pPr>
      <a:lvl5pPr algn="l" defTabSz="979488" rtl="0" eaLnBrk="1" fontAlgn="base" latinLnBrk="1" hangingPunct="1">
        <a:spcBef>
          <a:spcPct val="0"/>
        </a:spcBef>
        <a:spcAft>
          <a:spcPct val="0"/>
        </a:spcAft>
        <a:defRPr kumimoji="1" b="1">
          <a:solidFill>
            <a:srgbClr val="000000"/>
          </a:solidFill>
          <a:latin typeface="Tahoma" pitchFamily="34" charset="0"/>
          <a:cs typeface="Arial" charset="0"/>
        </a:defRPr>
      </a:lvl5pPr>
      <a:lvl6pPr marL="457200" algn="l" defTabSz="979488" rtl="0" eaLnBrk="1" fontAlgn="base" latinLnBrk="1" hangingPunct="1">
        <a:spcBef>
          <a:spcPct val="0"/>
        </a:spcBef>
        <a:spcAft>
          <a:spcPct val="0"/>
        </a:spcAft>
        <a:defRPr kumimoji="1" sz="2000" b="1">
          <a:solidFill>
            <a:srgbClr val="000000"/>
          </a:solidFill>
          <a:latin typeface="Tahoma" pitchFamily="34" charset="0"/>
          <a:cs typeface="Arial" charset="0"/>
        </a:defRPr>
      </a:lvl6pPr>
      <a:lvl7pPr marL="914400" algn="l" defTabSz="979488" rtl="0" eaLnBrk="1" fontAlgn="base" latinLnBrk="1" hangingPunct="1">
        <a:spcBef>
          <a:spcPct val="0"/>
        </a:spcBef>
        <a:spcAft>
          <a:spcPct val="0"/>
        </a:spcAft>
        <a:defRPr kumimoji="1" sz="2000" b="1">
          <a:solidFill>
            <a:srgbClr val="000000"/>
          </a:solidFill>
          <a:latin typeface="Tahoma" pitchFamily="34" charset="0"/>
          <a:cs typeface="Arial" charset="0"/>
        </a:defRPr>
      </a:lvl7pPr>
      <a:lvl8pPr marL="1371600" algn="l" defTabSz="979488" rtl="0" eaLnBrk="1" fontAlgn="base" latinLnBrk="1" hangingPunct="1">
        <a:spcBef>
          <a:spcPct val="0"/>
        </a:spcBef>
        <a:spcAft>
          <a:spcPct val="0"/>
        </a:spcAft>
        <a:defRPr kumimoji="1" sz="2000" b="1">
          <a:solidFill>
            <a:srgbClr val="000000"/>
          </a:solidFill>
          <a:latin typeface="Tahoma" pitchFamily="34" charset="0"/>
          <a:cs typeface="Arial" charset="0"/>
        </a:defRPr>
      </a:lvl8pPr>
      <a:lvl9pPr marL="1828800" algn="l" defTabSz="979488" rtl="0" eaLnBrk="1" fontAlgn="base" latinLnBrk="1" hangingPunct="1">
        <a:spcBef>
          <a:spcPct val="0"/>
        </a:spcBef>
        <a:spcAft>
          <a:spcPct val="0"/>
        </a:spcAft>
        <a:defRPr kumimoji="1" sz="2000" b="1">
          <a:solidFill>
            <a:srgbClr val="000000"/>
          </a:solidFill>
          <a:latin typeface="Tahoma" pitchFamily="34" charset="0"/>
          <a:cs typeface="Arial" charset="0"/>
        </a:defRPr>
      </a:lvl9pPr>
    </p:titleStyle>
    <p:bodyStyle>
      <a:lvl1pPr marL="88900" indent="-88900" algn="l" defTabSz="979488" rtl="0" eaLnBrk="1" fontAlgn="base" hangingPunct="1">
        <a:spcBef>
          <a:spcPct val="20000"/>
        </a:spcBef>
        <a:spcAft>
          <a:spcPct val="20000"/>
        </a:spcAft>
        <a:buChar char="•"/>
        <a:defRPr kumimoji="1" sz="1200" b="1">
          <a:solidFill>
            <a:schemeClr val="tx1"/>
          </a:solidFill>
          <a:latin typeface="Arial Narrow" panose="020B0606020202030204" pitchFamily="34" charset="0"/>
          <a:ea typeface="+mn-ea"/>
          <a:cs typeface="+mn-cs"/>
        </a:defRPr>
      </a:lvl1pPr>
      <a:lvl2pPr marL="447675" indent="-179388" algn="l" defTabSz="979488" rtl="0" eaLnBrk="1" fontAlgn="base" hangingPunct="1">
        <a:spcBef>
          <a:spcPct val="20000"/>
        </a:spcBef>
        <a:spcAft>
          <a:spcPct val="20000"/>
        </a:spcAft>
        <a:buFont typeface="Symbol" pitchFamily="18" charset="2"/>
        <a:buChar char="-"/>
        <a:defRPr kumimoji="1" sz="1200" b="1">
          <a:solidFill>
            <a:schemeClr val="tx1"/>
          </a:solidFill>
          <a:latin typeface="Arial Narrow" panose="020B0606020202030204" pitchFamily="34" charset="0"/>
          <a:ea typeface="+mn-ea"/>
          <a:cs typeface="+mn-cs"/>
        </a:defRPr>
      </a:lvl2pPr>
      <a:lvl3pPr marL="809625" indent="-182563" algn="l" defTabSz="979488" rtl="0" eaLnBrk="1" fontAlgn="base" hangingPunct="1">
        <a:spcBef>
          <a:spcPct val="20000"/>
        </a:spcBef>
        <a:spcAft>
          <a:spcPct val="20000"/>
        </a:spcAft>
        <a:buFont typeface="Arial" charset="0"/>
        <a:buChar char="•"/>
        <a:defRPr kumimoji="1" sz="1000">
          <a:solidFill>
            <a:schemeClr val="tx1"/>
          </a:solidFill>
          <a:latin typeface="Arial Narrow" panose="020B0606020202030204" pitchFamily="34" charset="0"/>
          <a:ea typeface="+mn-ea"/>
          <a:cs typeface="+mn-cs"/>
        </a:defRPr>
      </a:lvl3pPr>
      <a:lvl4pPr marL="1171575" indent="-182563" algn="l" defTabSz="979488" rtl="0" eaLnBrk="1" fontAlgn="base" hangingPunct="1">
        <a:spcBef>
          <a:spcPct val="20000"/>
        </a:spcBef>
        <a:spcAft>
          <a:spcPct val="20000"/>
        </a:spcAft>
        <a:buFont typeface="Symbol" pitchFamily="18" charset="2"/>
        <a:buChar char="-"/>
        <a:defRPr kumimoji="1" sz="1000">
          <a:solidFill>
            <a:srgbClr val="000000"/>
          </a:solidFill>
          <a:latin typeface="Arial Narrow" panose="020B0606020202030204" pitchFamily="34" charset="0"/>
          <a:ea typeface="+mn-ea"/>
          <a:cs typeface="+mn-cs"/>
        </a:defRPr>
      </a:lvl4pPr>
      <a:lvl5pPr marL="1528763" indent="-177800" algn="l" defTabSz="979488" rtl="0" eaLnBrk="1" fontAlgn="base" hangingPunct="1">
        <a:spcBef>
          <a:spcPct val="20000"/>
        </a:spcBef>
        <a:spcAft>
          <a:spcPct val="20000"/>
        </a:spcAft>
        <a:buFont typeface="Symbol" pitchFamily="18" charset="2"/>
        <a:buChar char="-"/>
        <a:defRPr kumimoji="1" sz="1000">
          <a:solidFill>
            <a:srgbClr val="000000"/>
          </a:solidFill>
          <a:latin typeface="Arial Narrow" panose="020B0606020202030204" pitchFamily="34" charset="0"/>
          <a:ea typeface="+mn-ea"/>
          <a:cs typeface="+mn-cs"/>
        </a:defRPr>
      </a:lvl5pPr>
      <a:lvl6pPr marL="1985963" indent="-177800" algn="l" defTabSz="979488" rtl="0" eaLnBrk="1" fontAlgn="base" hangingPunct="1">
        <a:spcBef>
          <a:spcPct val="20000"/>
        </a:spcBef>
        <a:spcAft>
          <a:spcPct val="20000"/>
        </a:spcAft>
        <a:buFont typeface="Symbol" pitchFamily="18" charset="2"/>
        <a:buChar char="-"/>
        <a:defRPr kumimoji="1" sz="1000">
          <a:solidFill>
            <a:srgbClr val="000000"/>
          </a:solidFill>
          <a:latin typeface="+mn-lt"/>
          <a:ea typeface="+mn-ea"/>
          <a:cs typeface="+mn-cs"/>
        </a:defRPr>
      </a:lvl6pPr>
      <a:lvl7pPr marL="2443163" indent="-177800" algn="l" defTabSz="979488" rtl="0" eaLnBrk="1" fontAlgn="base" hangingPunct="1">
        <a:spcBef>
          <a:spcPct val="20000"/>
        </a:spcBef>
        <a:spcAft>
          <a:spcPct val="20000"/>
        </a:spcAft>
        <a:buFont typeface="Symbol" pitchFamily="18" charset="2"/>
        <a:buChar char="-"/>
        <a:defRPr kumimoji="1" sz="1000">
          <a:solidFill>
            <a:srgbClr val="000000"/>
          </a:solidFill>
          <a:latin typeface="+mn-lt"/>
          <a:ea typeface="+mn-ea"/>
          <a:cs typeface="+mn-cs"/>
        </a:defRPr>
      </a:lvl7pPr>
      <a:lvl8pPr marL="2900363" indent="-177800" algn="l" defTabSz="979488" rtl="0" eaLnBrk="1" fontAlgn="base" hangingPunct="1">
        <a:spcBef>
          <a:spcPct val="20000"/>
        </a:spcBef>
        <a:spcAft>
          <a:spcPct val="20000"/>
        </a:spcAft>
        <a:buFont typeface="Symbol" pitchFamily="18" charset="2"/>
        <a:buChar char="-"/>
        <a:defRPr kumimoji="1" sz="1000">
          <a:solidFill>
            <a:srgbClr val="000000"/>
          </a:solidFill>
          <a:latin typeface="+mn-lt"/>
          <a:ea typeface="+mn-ea"/>
          <a:cs typeface="+mn-cs"/>
        </a:defRPr>
      </a:lvl8pPr>
      <a:lvl9pPr marL="3357563" indent="-177800" algn="l" defTabSz="979488" rtl="0" eaLnBrk="1" fontAlgn="base" hangingPunct="1">
        <a:spcBef>
          <a:spcPct val="20000"/>
        </a:spcBef>
        <a:spcAft>
          <a:spcPct val="20000"/>
        </a:spcAft>
        <a:buFont typeface="Symbol" pitchFamily="18" charset="2"/>
        <a:buChar char="-"/>
        <a:defRPr kumimoji="1" sz="10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="" xmlns:p15="http://schemas.microsoft.com/office/powerpoint/2012/main">
        <p15:guide id="1" orient="horz" pos="2160">
          <p15:clr>
            <a:srgbClr val="F26B43"/>
          </p15:clr>
        </p15:guide>
        <p15:guide id="2" pos="3120">
          <p15:clr>
            <a:srgbClr val="F26B43"/>
          </p15:clr>
        </p15:guide>
      </p15:sldGuideLst>
    </p:ext>
  </p:extLst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043" y="609600"/>
            <a:ext cx="10359152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043" y="1981200"/>
            <a:ext cx="10359152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1033" name="Text Box 9"/>
          <p:cNvSpPr txBox="1">
            <a:spLocks noChangeArrowheads="1"/>
          </p:cNvSpPr>
          <p:nvPr/>
        </p:nvSpPr>
        <p:spPr bwMode="auto">
          <a:xfrm>
            <a:off x="5177624" y="19051"/>
            <a:ext cx="1460656" cy="246221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FFFFFF">
                    <a:lumMod val="75000"/>
                  </a:srgbClr>
                </a:solidFill>
                <a:latin typeface="Arial" charset="0"/>
              </a:rPr>
              <a:t>LGE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688960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stomShape 1"/>
          <p:cNvSpPr/>
          <p:nvPr/>
        </p:nvSpPr>
        <p:spPr>
          <a:xfrm>
            <a:off x="25200" y="71640"/>
            <a:ext cx="10409040" cy="39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2000" b="1" spc="-1" dirty="0" smtClean="0">
                <a:solidFill>
                  <a:srgbClr val="000000"/>
                </a:solidFill>
                <a:latin typeface="Arial Narrow"/>
                <a:ea typeface="LG스마트체 Regular"/>
              </a:rPr>
              <a:t>1. LG Manual - Extraction Pipeline and QA Inference</a:t>
            </a:r>
            <a:endParaRPr kumimoji="0" lang="en-US" sz="2000" spc="-1" dirty="0">
              <a:solidFill>
                <a:prstClr val="black"/>
              </a:solidFill>
            </a:endParaRPr>
          </a:p>
        </p:txBody>
      </p:sp>
      <p:sp>
        <p:nvSpPr>
          <p:cNvPr id="4" name="Action Button: Forward or Next 3">
            <a:hlinkClick r:id="" action="ppaction://noaction" highlightClick="1"/>
          </p:cNvPr>
          <p:cNvSpPr/>
          <p:nvPr/>
        </p:nvSpPr>
        <p:spPr>
          <a:xfrm flipV="1">
            <a:off x="11577113" y="6018584"/>
            <a:ext cx="260971" cy="288032"/>
          </a:xfrm>
          <a:prstGeom prst="actionButtonForwardNex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 latinLnBrk="0"/>
            <a:endParaRPr lang="en-IN" sz="1200" u="sng" dirty="0" smtClean="0">
              <a:solidFill>
                <a:srgbClr val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59580" y="6025453"/>
            <a:ext cx="3962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0"/>
            <a:r>
              <a:rPr lang="en-IN" sz="1200" dirty="0" smtClean="0">
                <a:latin typeface="Arial Narrow" panose="020B0606020202030204" pitchFamily="34" charset="0"/>
                <a:ea typeface="+mn-ea"/>
              </a:rPr>
              <a:t>Info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886062" y="6614286"/>
            <a:ext cx="39786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0"/>
            <a:r>
              <a:rPr lang="en-IN" sz="1050" dirty="0" smtClean="0">
                <a:latin typeface="Arial Narrow" panose="020B0606020202030204" pitchFamily="34" charset="0"/>
                <a:ea typeface="+mn-ea"/>
              </a:rPr>
              <a:t>1 / 7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019" y="908720"/>
            <a:ext cx="7144512" cy="48006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0732" y="1844824"/>
            <a:ext cx="4903083" cy="266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494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기본 디자인">
  <a:themeElements>
    <a:clrScheme name="1_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G_Internal_Use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C3300"/>
      </a:accent1>
      <a:accent2>
        <a:srgbClr val="CCCCFF"/>
      </a:accent2>
      <a:accent3>
        <a:srgbClr val="FFFFFF"/>
      </a:accent3>
      <a:accent4>
        <a:srgbClr val="000000"/>
      </a:accent4>
      <a:accent5>
        <a:srgbClr val="CAE2FF"/>
      </a:accent5>
      <a:accent6>
        <a:srgbClr val="B9B9E7"/>
      </a:accent6>
      <a:hlink>
        <a:srgbClr val="3333CC"/>
      </a:hlink>
      <a:folHlink>
        <a:srgbClr val="AF67FF"/>
      </a:folHlink>
    </a:clrScheme>
    <a:fontScheme name="default">
      <a:majorFont>
        <a:latin typeface="Tahoma"/>
        <a:ea typeface=""/>
        <a:cs typeface="Arial"/>
      </a:majorFont>
      <a:minorFont>
        <a:latin typeface="Arial"/>
        <a:ea typeface="굴림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bg2"/>
          </a:solidFill>
        </a:ln>
      </a:spPr>
      <a:bodyPr rtlCol="0" anchor="t"/>
      <a:lstStyle>
        <a:defPPr latinLnBrk="0">
          <a:defRPr sz="1200" u="sng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solidFill>
            <a:schemeClr val="bg2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latinLnBrk="0">
          <a:defRPr sz="1200" dirty="0" smtClean="0">
            <a:latin typeface="Arial Narrow" panose="020B0606020202030204" pitchFamily="34" charset="0"/>
            <a:ea typeface="+mn-ea"/>
          </a:defRPr>
        </a:defPPr>
      </a:lstStyle>
    </a:txDef>
  </a:objectDefaults>
  <a:extraClrSchemeLst>
    <a:extraClrScheme>
      <a:clrScheme name="defaul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="" xmlns:thm15="http://schemas.microsoft.com/office/thememl/2012/main" name="LG_Internal_Use" id="{D81B850B-6149-44BD-9A68-DFE5D38C3557}" vid="{2E806735-D69F-4C47-9F44-C517ED26B1B4}"/>
    </a:ext>
  </a:extLst>
</a:theme>
</file>

<file path=ppt/theme/theme3.xml><?xml version="1.0" encoding="utf-8"?>
<a:theme xmlns:a="http://schemas.openxmlformats.org/drawingml/2006/main" name="2_기본 디자인">
  <a:themeElements>
    <a:clrScheme name="1_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85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1_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3_기본 디자인">
  <a:themeElements>
    <a:clrScheme name="1_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1_LG_Internal_Use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C3300"/>
      </a:accent1>
      <a:accent2>
        <a:srgbClr val="CCCCFF"/>
      </a:accent2>
      <a:accent3>
        <a:srgbClr val="FFFFFF"/>
      </a:accent3>
      <a:accent4>
        <a:srgbClr val="000000"/>
      </a:accent4>
      <a:accent5>
        <a:srgbClr val="CAE2FF"/>
      </a:accent5>
      <a:accent6>
        <a:srgbClr val="B9B9E7"/>
      </a:accent6>
      <a:hlink>
        <a:srgbClr val="3333CC"/>
      </a:hlink>
      <a:folHlink>
        <a:srgbClr val="AF67FF"/>
      </a:folHlink>
    </a:clrScheme>
    <a:fontScheme name="default">
      <a:majorFont>
        <a:latin typeface="Tahoma"/>
        <a:ea typeface=""/>
        <a:cs typeface="Arial"/>
      </a:majorFont>
      <a:minorFont>
        <a:latin typeface="Arial"/>
        <a:ea typeface="굴림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bg2"/>
          </a:solidFill>
        </a:ln>
      </a:spPr>
      <a:bodyPr rtlCol="0" anchor="t"/>
      <a:lstStyle>
        <a:defPPr latinLnBrk="0">
          <a:defRPr sz="1200" u="sng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solidFill>
            <a:schemeClr val="bg2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latinLnBrk="0">
          <a:defRPr sz="1200" dirty="0" smtClean="0">
            <a:latin typeface="Arial Narrow" panose="020B0606020202030204" pitchFamily="34" charset="0"/>
            <a:ea typeface="+mn-ea"/>
          </a:defRPr>
        </a:defPPr>
      </a:lstStyle>
    </a:txDef>
  </a:objectDefaults>
  <a:extraClrSchemeLst>
    <a:extraClrScheme>
      <a:clrScheme name="defaul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="" xmlns:thm15="http://schemas.microsoft.com/office/thememl/2012/main" name="LG_Internal_Use" id="{D81B850B-6149-44BD-9A68-DFE5D38C3557}" vid="{2E806735-D69F-4C47-9F44-C517ED26B1B4}"/>
    </a:ext>
  </a:extLst>
</a:theme>
</file>

<file path=ppt/theme/theme6.xml><?xml version="1.0" encoding="utf-8"?>
<a:theme xmlns:a="http://schemas.openxmlformats.org/drawingml/2006/main" name="2_LG_Internal_Use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C3300"/>
      </a:accent1>
      <a:accent2>
        <a:srgbClr val="CCCCFF"/>
      </a:accent2>
      <a:accent3>
        <a:srgbClr val="FFFFFF"/>
      </a:accent3>
      <a:accent4>
        <a:srgbClr val="000000"/>
      </a:accent4>
      <a:accent5>
        <a:srgbClr val="CAE2FF"/>
      </a:accent5>
      <a:accent6>
        <a:srgbClr val="B9B9E7"/>
      </a:accent6>
      <a:hlink>
        <a:srgbClr val="3333CC"/>
      </a:hlink>
      <a:folHlink>
        <a:srgbClr val="AF67FF"/>
      </a:folHlink>
    </a:clrScheme>
    <a:fontScheme name="default">
      <a:majorFont>
        <a:latin typeface="Tahoma"/>
        <a:ea typeface=""/>
        <a:cs typeface="Arial"/>
      </a:majorFont>
      <a:minorFont>
        <a:latin typeface="Arial"/>
        <a:ea typeface="굴림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bg2"/>
          </a:solidFill>
        </a:ln>
      </a:spPr>
      <a:bodyPr rtlCol="0" anchor="t"/>
      <a:lstStyle>
        <a:defPPr latinLnBrk="0">
          <a:defRPr sz="1200" u="sng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solidFill>
            <a:schemeClr val="bg2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latinLnBrk="0">
          <a:defRPr sz="1200" dirty="0" smtClean="0">
            <a:latin typeface="Arial Narrow" panose="020B0606020202030204" pitchFamily="34" charset="0"/>
            <a:ea typeface="+mn-ea"/>
          </a:defRPr>
        </a:defPPr>
      </a:lstStyle>
    </a:txDef>
  </a:objectDefaults>
  <a:extraClrSchemeLst>
    <a:extraClrScheme>
      <a:clrScheme name="defaul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="" xmlns:thm15="http://schemas.microsoft.com/office/thememl/2012/main" name="LG_Internal_Use" id="{D81B850B-6149-44BD-9A68-DFE5D38C3557}" vid="{2E806735-D69F-4C47-9F44-C517ED26B1B4}"/>
    </a:ext>
  </a:extLst>
</a:theme>
</file>

<file path=ppt/theme/theme7.xml><?xml version="1.0" encoding="utf-8"?>
<a:theme xmlns:a="http://schemas.openxmlformats.org/drawingml/2006/main" name="3_LG_Internal_Use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C3300"/>
      </a:accent1>
      <a:accent2>
        <a:srgbClr val="CCCCFF"/>
      </a:accent2>
      <a:accent3>
        <a:srgbClr val="FFFFFF"/>
      </a:accent3>
      <a:accent4>
        <a:srgbClr val="000000"/>
      </a:accent4>
      <a:accent5>
        <a:srgbClr val="CAE2FF"/>
      </a:accent5>
      <a:accent6>
        <a:srgbClr val="B9B9E7"/>
      </a:accent6>
      <a:hlink>
        <a:srgbClr val="3333CC"/>
      </a:hlink>
      <a:folHlink>
        <a:srgbClr val="AF67FF"/>
      </a:folHlink>
    </a:clrScheme>
    <a:fontScheme name="default">
      <a:majorFont>
        <a:latin typeface="Tahoma"/>
        <a:ea typeface=""/>
        <a:cs typeface="Arial"/>
      </a:majorFont>
      <a:minorFont>
        <a:latin typeface="Arial"/>
        <a:ea typeface="굴림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bg2"/>
          </a:solidFill>
        </a:ln>
      </a:spPr>
      <a:bodyPr rtlCol="0" anchor="t"/>
      <a:lstStyle>
        <a:defPPr latinLnBrk="0">
          <a:defRPr sz="1200" u="sng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solidFill>
            <a:schemeClr val="bg2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latinLnBrk="0">
          <a:defRPr sz="1200" dirty="0" smtClean="0">
            <a:latin typeface="Arial Narrow" panose="020B0606020202030204" pitchFamily="34" charset="0"/>
            <a:ea typeface="+mn-ea"/>
          </a:defRPr>
        </a:defPPr>
      </a:lstStyle>
    </a:txDef>
  </a:objectDefaults>
  <a:extraClrSchemeLst>
    <a:extraClrScheme>
      <a:clrScheme name="defaul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="" xmlns:thm15="http://schemas.microsoft.com/office/thememl/2012/main" name="LG_Internal_Use" id="{D81B850B-6149-44BD-9A68-DFE5D38C3557}" vid="{2E806735-D69F-4C47-9F44-C517ED26B1B4}"/>
    </a:ext>
  </a:extLst>
</a:theme>
</file>

<file path=ppt/theme/theme8.xml><?xml version="1.0" encoding="utf-8"?>
<a:theme xmlns:a="http://schemas.openxmlformats.org/drawingml/2006/main" name="4_LG_Internal_Use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C3300"/>
      </a:accent1>
      <a:accent2>
        <a:srgbClr val="CCCCFF"/>
      </a:accent2>
      <a:accent3>
        <a:srgbClr val="FFFFFF"/>
      </a:accent3>
      <a:accent4>
        <a:srgbClr val="000000"/>
      </a:accent4>
      <a:accent5>
        <a:srgbClr val="CAE2FF"/>
      </a:accent5>
      <a:accent6>
        <a:srgbClr val="B9B9E7"/>
      </a:accent6>
      <a:hlink>
        <a:srgbClr val="3333CC"/>
      </a:hlink>
      <a:folHlink>
        <a:srgbClr val="AF67FF"/>
      </a:folHlink>
    </a:clrScheme>
    <a:fontScheme name="default">
      <a:majorFont>
        <a:latin typeface="Tahoma"/>
        <a:ea typeface=""/>
        <a:cs typeface="Arial"/>
      </a:majorFont>
      <a:minorFont>
        <a:latin typeface="Arial"/>
        <a:ea typeface="굴림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bg2"/>
          </a:solidFill>
        </a:ln>
      </a:spPr>
      <a:bodyPr rtlCol="0" anchor="t"/>
      <a:lstStyle>
        <a:defPPr latinLnBrk="0">
          <a:defRPr sz="1200" u="sng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solidFill>
            <a:schemeClr val="bg2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latinLnBrk="0">
          <a:defRPr sz="1200" dirty="0" smtClean="0">
            <a:latin typeface="Arial Narrow" panose="020B0606020202030204" pitchFamily="34" charset="0"/>
            <a:ea typeface="+mn-ea"/>
          </a:defRPr>
        </a:defPPr>
      </a:lstStyle>
    </a:txDef>
  </a:objectDefaults>
  <a:extraClrSchemeLst>
    <a:extraClrScheme>
      <a:clrScheme name="defaul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LG_Internal_Use" id="{D81B850B-6149-44BD-9A68-DFE5D38C3557}" vid="{2E806735-D69F-4C47-9F44-C517ED26B1B4}"/>
    </a:ext>
  </a:extLst>
</a:theme>
</file>

<file path=ppt/theme/theme9.xml><?xml version="1.0" encoding="utf-8"?>
<a:theme xmlns:a="http://schemas.openxmlformats.org/drawingml/2006/main" name="5_LG_Internal_Use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C3300"/>
      </a:accent1>
      <a:accent2>
        <a:srgbClr val="CCCCFF"/>
      </a:accent2>
      <a:accent3>
        <a:srgbClr val="FFFFFF"/>
      </a:accent3>
      <a:accent4>
        <a:srgbClr val="000000"/>
      </a:accent4>
      <a:accent5>
        <a:srgbClr val="CAE2FF"/>
      </a:accent5>
      <a:accent6>
        <a:srgbClr val="B9B9E7"/>
      </a:accent6>
      <a:hlink>
        <a:srgbClr val="3333CC"/>
      </a:hlink>
      <a:folHlink>
        <a:srgbClr val="AF67FF"/>
      </a:folHlink>
    </a:clrScheme>
    <a:fontScheme name="default">
      <a:majorFont>
        <a:latin typeface="Tahoma"/>
        <a:ea typeface=""/>
        <a:cs typeface="Arial"/>
      </a:majorFont>
      <a:minorFont>
        <a:latin typeface="Arial"/>
        <a:ea typeface="굴림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bg2"/>
          </a:solidFill>
        </a:ln>
      </a:spPr>
      <a:bodyPr rtlCol="0" anchor="t"/>
      <a:lstStyle>
        <a:defPPr latinLnBrk="0">
          <a:defRPr sz="1200" u="sng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solidFill>
            <a:schemeClr val="bg2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latinLnBrk="0">
          <a:defRPr sz="1200" dirty="0" smtClean="0">
            <a:latin typeface="Arial Narrow" panose="020B0606020202030204" pitchFamily="34" charset="0"/>
            <a:ea typeface="+mn-ea"/>
          </a:defRPr>
        </a:defPPr>
      </a:lstStyle>
    </a:txDef>
  </a:objectDefaults>
  <a:extraClrSchemeLst>
    <a:extraClrScheme>
      <a:clrScheme name="defaul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LG_Internal_Use" id="{D81B850B-6149-44BD-9A68-DFE5D38C3557}" vid="{2E806735-D69F-4C47-9F44-C517ED26B1B4}"/>
    </a:ext>
  </a:extLst>
</a:theme>
</file>

<file path=ppt/theme/theme10.xml><?xml version="1.0" encoding="utf-8"?>
<a:theme xmlns:a="http://schemas.openxmlformats.org/drawingml/2006/main" name="6_LG_Internal_Use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C3300"/>
      </a:accent1>
      <a:accent2>
        <a:srgbClr val="CCCCFF"/>
      </a:accent2>
      <a:accent3>
        <a:srgbClr val="FFFFFF"/>
      </a:accent3>
      <a:accent4>
        <a:srgbClr val="000000"/>
      </a:accent4>
      <a:accent5>
        <a:srgbClr val="CAE2FF"/>
      </a:accent5>
      <a:accent6>
        <a:srgbClr val="B9B9E7"/>
      </a:accent6>
      <a:hlink>
        <a:srgbClr val="3333CC"/>
      </a:hlink>
      <a:folHlink>
        <a:srgbClr val="AF67FF"/>
      </a:folHlink>
    </a:clrScheme>
    <a:fontScheme name="default">
      <a:majorFont>
        <a:latin typeface="Tahoma"/>
        <a:ea typeface=""/>
        <a:cs typeface="Arial"/>
      </a:majorFont>
      <a:minorFont>
        <a:latin typeface="Arial"/>
        <a:ea typeface="굴림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bg2"/>
          </a:solidFill>
        </a:ln>
      </a:spPr>
      <a:bodyPr rtlCol="0" anchor="t"/>
      <a:lstStyle>
        <a:defPPr latinLnBrk="0">
          <a:defRPr sz="1200" u="sng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solidFill>
            <a:schemeClr val="bg2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latinLnBrk="0">
          <a:defRPr sz="1200" dirty="0" smtClean="0">
            <a:latin typeface="Arial Narrow" panose="020B0606020202030204" pitchFamily="34" charset="0"/>
            <a:ea typeface="+mn-ea"/>
          </a:defRPr>
        </a:defPPr>
      </a:lstStyle>
    </a:txDef>
  </a:objectDefaults>
  <a:extraClrSchemeLst>
    <a:extraClrScheme>
      <a:clrScheme name="defaul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="" xmlns:thm15="http://schemas.microsoft.com/office/thememl/2012/main" name="LG_Internal_Use" id="{D81B850B-6149-44BD-9A68-DFE5D38C3557}" vid="{2E806735-D69F-4C47-9F44-C517ED26B1B4}"/>
    </a:ext>
  </a:extLst>
</a:theme>
</file>

<file path=ppt/theme/theme11.xml><?xml version="1.0" encoding="utf-8"?>
<a:theme xmlns:a="http://schemas.openxmlformats.org/drawingml/2006/main" name="7_LG_Internal_Use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C3300"/>
      </a:accent1>
      <a:accent2>
        <a:srgbClr val="CCCCFF"/>
      </a:accent2>
      <a:accent3>
        <a:srgbClr val="FFFFFF"/>
      </a:accent3>
      <a:accent4>
        <a:srgbClr val="000000"/>
      </a:accent4>
      <a:accent5>
        <a:srgbClr val="CAE2FF"/>
      </a:accent5>
      <a:accent6>
        <a:srgbClr val="B9B9E7"/>
      </a:accent6>
      <a:hlink>
        <a:srgbClr val="3333CC"/>
      </a:hlink>
      <a:folHlink>
        <a:srgbClr val="AF67FF"/>
      </a:folHlink>
    </a:clrScheme>
    <a:fontScheme name="default">
      <a:majorFont>
        <a:latin typeface="Tahoma"/>
        <a:ea typeface=""/>
        <a:cs typeface="Arial"/>
      </a:majorFont>
      <a:minorFont>
        <a:latin typeface="Arial"/>
        <a:ea typeface="굴림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bg2"/>
          </a:solidFill>
        </a:ln>
      </a:spPr>
      <a:bodyPr rtlCol="0" anchor="t"/>
      <a:lstStyle>
        <a:defPPr latinLnBrk="0">
          <a:defRPr sz="1200" u="sng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solidFill>
            <a:schemeClr val="bg2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latinLnBrk="0">
          <a:defRPr sz="1200" dirty="0" smtClean="0">
            <a:latin typeface="Arial Narrow" panose="020B0606020202030204" pitchFamily="34" charset="0"/>
            <a:ea typeface="+mn-ea"/>
          </a:defRPr>
        </a:defPPr>
      </a:lstStyle>
    </a:txDef>
  </a:objectDefaults>
  <a:extraClrSchemeLst>
    <a:extraClrScheme>
      <a:clrScheme name="defaul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="" xmlns:thm15="http://schemas.microsoft.com/office/thememl/2012/main" name="LG_Internal_Use" id="{D81B850B-6149-44BD-9A68-DFE5D38C3557}" vid="{2E806735-D69F-4C47-9F44-C517ED26B1B4}"/>
    </a:ext>
  </a:extLst>
</a:theme>
</file>

<file path=ppt/theme/theme12.xml><?xml version="1.0" encoding="utf-8"?>
<a:theme xmlns:a="http://schemas.openxmlformats.org/drawingml/2006/main" name="4_기본 디자인">
  <a:themeElements>
    <a:clrScheme name="1_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85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1_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14</Words>
  <Application>Microsoft Office PowerPoint</Application>
  <PresentationFormat>Custom</PresentationFormat>
  <Paragraphs>3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12</vt:i4>
      </vt:variant>
      <vt:variant>
        <vt:lpstr>Slide Titles</vt:lpstr>
      </vt:variant>
      <vt:variant>
        <vt:i4>1</vt:i4>
      </vt:variant>
    </vt:vector>
  </HeadingPairs>
  <TitlesOfParts>
    <vt:vector size="13" baseType="lpstr">
      <vt:lpstr>1_기본 디자인</vt:lpstr>
      <vt:lpstr>LG_Internal_Use</vt:lpstr>
      <vt:lpstr>2_기본 디자인</vt:lpstr>
      <vt:lpstr>3_기본 디자인</vt:lpstr>
      <vt:lpstr>1_LG_Internal_Use</vt:lpstr>
      <vt:lpstr>2_LG_Internal_Use</vt:lpstr>
      <vt:lpstr>3_LG_Internal_Use</vt:lpstr>
      <vt:lpstr>4_LG_Internal_Use</vt:lpstr>
      <vt:lpstr>5_LG_Internal_Use</vt:lpstr>
      <vt:lpstr>6_LG_Internal_Use</vt:lpstr>
      <vt:lpstr>7_LG_Internal_Use</vt:lpstr>
      <vt:lpstr>4_기본 디자인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LGSI KER Pipeline</dc:title>
  <dc:subject>LG Manual</dc:subject>
  <dc:creator/>
  <cp:lastModifiedBy/>
  <cp:revision>1</cp:revision>
  <dcterms:created xsi:type="dcterms:W3CDTF">2019-05-12T18:54:06Z</dcterms:created>
  <dcterms:modified xsi:type="dcterms:W3CDTF">2021-08-29T13:25:49Z</dcterms:modified>
</cp:coreProperties>
</file>